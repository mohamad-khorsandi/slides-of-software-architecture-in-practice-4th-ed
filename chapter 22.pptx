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handoutMasterIdLst>
    <p:handoutMasterId r:id="rId33"/>
  </p:handoutMasterIdLst>
  <p:sldIdLst>
    <p:sldId id="259" r:id="rId2"/>
    <p:sldId id="264" r:id="rId3"/>
    <p:sldId id="268" r:id="rId4"/>
    <p:sldId id="266" r:id="rId5"/>
    <p:sldId id="269" r:id="rId6"/>
    <p:sldId id="270" r:id="rId7"/>
    <p:sldId id="271" r:id="rId8"/>
    <p:sldId id="272" r:id="rId9"/>
    <p:sldId id="273" r:id="rId10"/>
    <p:sldId id="274" r:id="rId11"/>
    <p:sldId id="275" r:id="rId12"/>
    <p:sldId id="276" r:id="rId13"/>
    <p:sldId id="277" r:id="rId14"/>
    <p:sldId id="280" r:id="rId15"/>
    <p:sldId id="279" r:id="rId16"/>
    <p:sldId id="281" r:id="rId17"/>
    <p:sldId id="282" r:id="rId18"/>
    <p:sldId id="283" r:id="rId19"/>
    <p:sldId id="284" r:id="rId20"/>
    <p:sldId id="285" r:id="rId21"/>
    <p:sldId id="286" r:id="rId22"/>
    <p:sldId id="288" r:id="rId23"/>
    <p:sldId id="289" r:id="rId24"/>
    <p:sldId id="290" r:id="rId25"/>
    <p:sldId id="293" r:id="rId26"/>
    <p:sldId id="294" r:id="rId27"/>
    <p:sldId id="295" r:id="rId28"/>
    <p:sldId id="296" r:id="rId29"/>
    <p:sldId id="297" r:id="rId30"/>
    <p:sldId id="298"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644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559" autoAdjust="0"/>
    <p:restoredTop sz="94677" autoAdjust="0"/>
  </p:normalViewPr>
  <p:slideViewPr>
    <p:cSldViewPr snapToGrid="0">
      <p:cViewPr varScale="1">
        <p:scale>
          <a:sx n="50" d="100"/>
          <a:sy n="50" d="100"/>
        </p:scale>
        <p:origin x="48" y="81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5" d="100"/>
          <a:sy n="65" d="100"/>
        </p:scale>
        <p:origin x="3154" y="43"/>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87429BB-B4AE-1FD4-40CA-11DEC06DF33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736E014-1DD4-A911-0818-2801CAFD99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3928E3B-7122-43E6-B3BB-09448C56C96C}" type="datetimeFigureOut">
              <a:rPr lang="en-US" smtClean="0"/>
              <a:t>25/07/20</a:t>
            </a:fld>
            <a:endParaRPr lang="en-US" dirty="0"/>
          </a:p>
        </p:txBody>
      </p:sp>
      <p:sp>
        <p:nvSpPr>
          <p:cNvPr id="4" name="Footer Placeholder 3">
            <a:extLst>
              <a:ext uri="{FF2B5EF4-FFF2-40B4-BE49-F238E27FC236}">
                <a16:creationId xmlns:a16="http://schemas.microsoft.com/office/drawing/2014/main" id="{77507225-126A-9CD2-B38B-89A64803DAA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59A47BA-80EE-701F-EBD0-8E5B9C8D041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BF22B76-F21B-401A-98B3-B52E9FD889BC}" type="slidenum">
              <a:rPr lang="en-US" smtClean="0"/>
              <a:t>‹#›</a:t>
            </a:fld>
            <a:endParaRPr lang="en-US" dirty="0"/>
          </a:p>
        </p:txBody>
      </p:sp>
    </p:spTree>
    <p:extLst>
      <p:ext uri="{BB962C8B-B14F-4D97-AF65-F5344CB8AC3E}">
        <p14:creationId xmlns:p14="http://schemas.microsoft.com/office/powerpoint/2010/main" val="40681520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8C9CAF-43DF-44BF-8016-DC193E4E594B}" type="datetimeFigureOut">
              <a:rPr lang="en-US" smtClean="0"/>
              <a:t>25/07/20</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C232D7-2694-4BD6-985B-15C23CEC77DD}" type="slidenum">
              <a:rPr lang="en-US" smtClean="0"/>
              <a:t>‹#›</a:t>
            </a:fld>
            <a:endParaRPr lang="en-US" dirty="0"/>
          </a:p>
        </p:txBody>
      </p:sp>
    </p:spTree>
    <p:extLst>
      <p:ext uri="{BB962C8B-B14F-4D97-AF65-F5344CB8AC3E}">
        <p14:creationId xmlns:p14="http://schemas.microsoft.com/office/powerpoint/2010/main" val="311894407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عنوان اصلی">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1D6440A-0326-4286-686D-DD69C6C2D0A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53509" y="886414"/>
            <a:ext cx="3884007" cy="5085173"/>
          </a:xfrm>
          <a:prstGeom prst="rect">
            <a:avLst/>
          </a:prstGeom>
        </p:spPr>
      </p:pic>
      <p:sp>
        <p:nvSpPr>
          <p:cNvPr id="3" name="TextBox 3">
            <a:extLst>
              <a:ext uri="{FF2B5EF4-FFF2-40B4-BE49-F238E27FC236}">
                <a16:creationId xmlns:a16="http://schemas.microsoft.com/office/drawing/2014/main" id="{CA2AF927-30AA-7708-FA45-DC09B6C7A633}"/>
              </a:ext>
            </a:extLst>
          </p:cNvPr>
          <p:cNvSpPr txBox="1"/>
          <p:nvPr userDrawn="1"/>
        </p:nvSpPr>
        <p:spPr>
          <a:xfrm>
            <a:off x="4889288" y="1701625"/>
            <a:ext cx="6649203" cy="224676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4800" b="1" dirty="0">
                <a:latin typeface="Times New Roman" panose="02020603050405020304" pitchFamily="18" charset="0"/>
                <a:cs typeface="Times New Roman" panose="02020603050405020304" pitchFamily="18" charset="0"/>
              </a:rPr>
              <a:t>Software Architecture in Practice</a:t>
            </a:r>
          </a:p>
          <a:p>
            <a:pPr algn="ctr"/>
            <a:endParaRPr lang="en-US" sz="4400" dirty="0"/>
          </a:p>
        </p:txBody>
      </p:sp>
      <p:sp>
        <p:nvSpPr>
          <p:cNvPr id="7" name="TextBox 4">
            <a:extLst>
              <a:ext uri="{FF2B5EF4-FFF2-40B4-BE49-F238E27FC236}">
                <a16:creationId xmlns:a16="http://schemas.microsoft.com/office/drawing/2014/main" id="{0A107B7A-E65E-6134-1507-F92CE52BA14D}"/>
              </a:ext>
            </a:extLst>
          </p:cNvPr>
          <p:cNvSpPr txBox="1"/>
          <p:nvPr userDrawn="1"/>
        </p:nvSpPr>
        <p:spPr>
          <a:xfrm>
            <a:off x="5241066" y="886414"/>
            <a:ext cx="5945653" cy="95410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800" i="1" dirty="0">
                <a:solidFill>
                  <a:schemeClr val="tx1">
                    <a:lumMod val="50000"/>
                    <a:lumOff val="50000"/>
                  </a:schemeClr>
                </a:solidFill>
                <a:latin typeface="+mj-lt"/>
              </a:rPr>
              <a:t>University Of Isfahan</a:t>
            </a:r>
          </a:p>
          <a:p>
            <a:pPr algn="ctr"/>
            <a:endParaRPr lang="en-US" sz="2800" dirty="0"/>
          </a:p>
        </p:txBody>
      </p:sp>
      <p:sp>
        <p:nvSpPr>
          <p:cNvPr id="8" name="TextBox 5">
            <a:extLst>
              <a:ext uri="{FF2B5EF4-FFF2-40B4-BE49-F238E27FC236}">
                <a16:creationId xmlns:a16="http://schemas.microsoft.com/office/drawing/2014/main" id="{81D675CA-92B6-F987-200D-6735AB7A67AE}"/>
              </a:ext>
            </a:extLst>
          </p:cNvPr>
          <p:cNvSpPr txBox="1"/>
          <p:nvPr userDrawn="1"/>
        </p:nvSpPr>
        <p:spPr>
          <a:xfrm>
            <a:off x="5174480" y="5432903"/>
            <a:ext cx="6078818" cy="4001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800" i="1" dirty="0">
                <a:solidFill>
                  <a:schemeClr val="tx1">
                    <a:lumMod val="50000"/>
                    <a:lumOff val="50000"/>
                  </a:schemeClr>
                </a:solidFill>
                <a:latin typeface="+mj-lt"/>
              </a:rPr>
              <a:t>Dr. </a:t>
            </a:r>
            <a:r>
              <a:rPr lang="en-US" sz="2000" i="1" dirty="0">
                <a:solidFill>
                  <a:schemeClr val="tx1">
                    <a:lumMod val="50000"/>
                    <a:lumOff val="50000"/>
                  </a:schemeClr>
                </a:solidFill>
                <a:latin typeface="+mj-lt"/>
              </a:rPr>
              <a:t>Mohammadreza</a:t>
            </a:r>
            <a:r>
              <a:rPr lang="en-US" sz="1800" i="1" dirty="0">
                <a:solidFill>
                  <a:schemeClr val="tx1">
                    <a:lumMod val="50000"/>
                    <a:lumOff val="50000"/>
                  </a:schemeClr>
                </a:solidFill>
                <a:latin typeface="+mj-lt"/>
              </a:rPr>
              <a:t> Sharbaf</a:t>
            </a:r>
          </a:p>
        </p:txBody>
      </p:sp>
    </p:spTree>
    <p:extLst>
      <p:ext uri="{BB962C8B-B14F-4D97-AF65-F5344CB8AC3E}">
        <p14:creationId xmlns:p14="http://schemas.microsoft.com/office/powerpoint/2010/main" val="17582666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معرفی کتاب مرجع">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696C45E3-84FC-009E-B990-CC3128943DCF}"/>
              </a:ext>
            </a:extLst>
          </p:cNvPr>
          <p:cNvSpPr txBox="1"/>
          <p:nvPr userDrawn="1"/>
        </p:nvSpPr>
        <p:spPr>
          <a:xfrm>
            <a:off x="2790613" y="2167116"/>
            <a:ext cx="6610774" cy="1077218"/>
          </a:xfrm>
          <a:prstGeom prst="rect">
            <a:avLst/>
          </a:prstGeom>
          <a:noFill/>
        </p:spPr>
        <p:txBody>
          <a:bodyPr wrap="square">
            <a:spAutoFit/>
          </a:bodyPr>
          <a:lstStyle/>
          <a:p>
            <a:pPr algn="ctr"/>
            <a:r>
              <a:rPr lang="en-US" sz="3200" b="1" dirty="0">
                <a:latin typeface="Times New Roman" panose="02020603050405020304" pitchFamily="18" charset="0"/>
                <a:cs typeface="Times New Roman" panose="02020603050405020304" pitchFamily="18" charset="0"/>
              </a:rPr>
              <a:t>Software Architecture in Practice</a:t>
            </a:r>
          </a:p>
          <a:p>
            <a:pPr algn="ctr"/>
            <a:endParaRPr lang="en-US" sz="3200" b="1" dirty="0"/>
          </a:p>
        </p:txBody>
      </p:sp>
      <p:sp>
        <p:nvSpPr>
          <p:cNvPr id="12" name="TextBox 11">
            <a:extLst>
              <a:ext uri="{FF2B5EF4-FFF2-40B4-BE49-F238E27FC236}">
                <a16:creationId xmlns:a16="http://schemas.microsoft.com/office/drawing/2014/main" id="{6AEE8E89-6157-D30C-AE9A-DE90DF72A3D5}"/>
              </a:ext>
            </a:extLst>
          </p:cNvPr>
          <p:cNvSpPr txBox="1"/>
          <p:nvPr userDrawn="1"/>
        </p:nvSpPr>
        <p:spPr>
          <a:xfrm>
            <a:off x="4996883" y="3059668"/>
            <a:ext cx="2293058" cy="369332"/>
          </a:xfrm>
          <a:prstGeom prst="rect">
            <a:avLst/>
          </a:prstGeom>
          <a:noFill/>
        </p:spPr>
        <p:txBody>
          <a:bodyPr wrap="square" rtlCol="0">
            <a:spAutoFit/>
          </a:bodyPr>
          <a:lstStyle/>
          <a:p>
            <a:pPr marL="0" indent="0" algn="ctr">
              <a:buFont typeface="Arial" panose="020B0604020202020204" pitchFamily="34" charset="0"/>
              <a:buNone/>
            </a:pPr>
            <a:r>
              <a:rPr lang="en-US" sz="1800" b="1" i="0" dirty="0">
                <a:solidFill>
                  <a:schemeClr val="bg2">
                    <a:lumMod val="50000"/>
                  </a:schemeClr>
                </a:solidFill>
                <a:latin typeface="+mj-lt"/>
              </a:rPr>
              <a:t>4th edition</a:t>
            </a:r>
          </a:p>
        </p:txBody>
      </p:sp>
      <p:sp>
        <p:nvSpPr>
          <p:cNvPr id="15" name="TextBox 14">
            <a:extLst>
              <a:ext uri="{FF2B5EF4-FFF2-40B4-BE49-F238E27FC236}">
                <a16:creationId xmlns:a16="http://schemas.microsoft.com/office/drawing/2014/main" id="{1F1C09B0-F458-52CF-2E89-C839C21696FD}"/>
              </a:ext>
            </a:extLst>
          </p:cNvPr>
          <p:cNvSpPr txBox="1"/>
          <p:nvPr userDrawn="1"/>
        </p:nvSpPr>
        <p:spPr>
          <a:xfrm>
            <a:off x="3929577" y="5154362"/>
            <a:ext cx="4427669" cy="646331"/>
          </a:xfrm>
          <a:prstGeom prst="rect">
            <a:avLst/>
          </a:prstGeom>
          <a:noFill/>
        </p:spPr>
        <p:txBody>
          <a:bodyPr wrap="square" rtlCol="0">
            <a:spAutoFit/>
          </a:bodyPr>
          <a:lstStyle/>
          <a:p>
            <a:pPr algn="ctr"/>
            <a:r>
              <a:rPr lang="en-US" sz="1800" i="1" dirty="0">
                <a:solidFill>
                  <a:schemeClr val="tx1">
                    <a:lumMod val="50000"/>
                    <a:lumOff val="50000"/>
                  </a:schemeClr>
                </a:solidFill>
                <a:latin typeface="+mj-lt"/>
              </a:rPr>
              <a:t>Len Bass, Paul Clements, Rick Kazman</a:t>
            </a:r>
          </a:p>
          <a:p>
            <a:pPr marL="0" indent="0" algn="l">
              <a:buFont typeface="Arial" panose="020B0604020202020204" pitchFamily="34" charset="0"/>
              <a:buNone/>
            </a:pPr>
            <a:endParaRPr lang="en-US" dirty="0"/>
          </a:p>
        </p:txBody>
      </p:sp>
      <p:sp>
        <p:nvSpPr>
          <p:cNvPr id="16" name="TextBox 15">
            <a:extLst>
              <a:ext uri="{FF2B5EF4-FFF2-40B4-BE49-F238E27FC236}">
                <a16:creationId xmlns:a16="http://schemas.microsoft.com/office/drawing/2014/main" id="{19466936-600E-E015-B971-BE7279402C11}"/>
              </a:ext>
            </a:extLst>
          </p:cNvPr>
          <p:cNvSpPr txBox="1"/>
          <p:nvPr userDrawn="1"/>
        </p:nvSpPr>
        <p:spPr>
          <a:xfrm>
            <a:off x="2714412" y="1782292"/>
            <a:ext cx="6858000" cy="369332"/>
          </a:xfrm>
          <a:prstGeom prst="rect">
            <a:avLst/>
          </a:prstGeom>
          <a:noFill/>
        </p:spPr>
        <p:txBody>
          <a:bodyPr wrap="square" rtlCol="0">
            <a:spAutoFit/>
          </a:bodyPr>
          <a:lstStyle/>
          <a:p>
            <a:pPr marL="0" indent="0" algn="ctr">
              <a:buFont typeface="Arial" panose="020B0604020202020204" pitchFamily="34" charset="0"/>
              <a:buNone/>
            </a:pPr>
            <a:r>
              <a:rPr lang="en-US" sz="1800" i="1" dirty="0">
                <a:solidFill>
                  <a:schemeClr val="bg2">
                    <a:lumMod val="75000"/>
                  </a:schemeClr>
                </a:solidFill>
                <a:latin typeface="+mj-lt"/>
              </a:rPr>
              <a:t>Text Book:</a:t>
            </a:r>
          </a:p>
        </p:txBody>
      </p:sp>
    </p:spTree>
    <p:extLst>
      <p:ext uri="{BB962C8B-B14F-4D97-AF65-F5344CB8AC3E}">
        <p14:creationId xmlns:p14="http://schemas.microsoft.com/office/powerpoint/2010/main" val="3263865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3D763EB-F58C-2FDA-883E-D34AC3F89BD8}"/>
              </a:ext>
            </a:extLst>
          </p:cNvPr>
          <p:cNvSpPr>
            <a:spLocks noGrp="1"/>
          </p:cNvSpPr>
          <p:nvPr>
            <p:ph type="sldNum" sz="quarter" idx="10"/>
          </p:nvPr>
        </p:nvSpPr>
        <p:spPr/>
        <p:txBody>
          <a:bodyPr/>
          <a:lstStyle/>
          <a:p>
            <a:fld id="{AE311D09-C3D9-45E8-99CE-78E12234EEAD}" type="slidenum">
              <a:rPr lang="en-US" smtClean="0"/>
              <a:pPr/>
              <a:t>‹#›</a:t>
            </a:fld>
            <a:endParaRPr lang="en-US" dirty="0"/>
          </a:p>
        </p:txBody>
      </p:sp>
      <p:sp>
        <p:nvSpPr>
          <p:cNvPr id="6" name="TextBox 5">
            <a:extLst>
              <a:ext uri="{FF2B5EF4-FFF2-40B4-BE49-F238E27FC236}">
                <a16:creationId xmlns:a16="http://schemas.microsoft.com/office/drawing/2014/main" id="{E9BD9CD7-C12F-5578-3913-F6206D50C27B}"/>
              </a:ext>
            </a:extLst>
          </p:cNvPr>
          <p:cNvSpPr txBox="1"/>
          <p:nvPr userDrawn="1"/>
        </p:nvSpPr>
        <p:spPr>
          <a:xfrm>
            <a:off x="1859302" y="1303253"/>
            <a:ext cx="1168061" cy="1107996"/>
          </a:xfrm>
          <a:prstGeom prst="rect">
            <a:avLst/>
          </a:prstGeom>
          <a:noFill/>
        </p:spPr>
        <p:txBody>
          <a:bodyPr wrap="square" rtlCol="0" anchor="ctr">
            <a:spAutoFit/>
          </a:bodyPr>
          <a:lstStyle/>
          <a:p>
            <a:pPr marL="0" indent="0" algn="ctr">
              <a:buFont typeface="Arial" panose="020B0604020202020204" pitchFamily="34" charset="0"/>
              <a:buNone/>
            </a:pPr>
            <a:r>
              <a:rPr lang="en-US" sz="6600" b="1" dirty="0">
                <a:latin typeface="+mj-lt"/>
              </a:rPr>
              <a:t>“</a:t>
            </a:r>
          </a:p>
        </p:txBody>
      </p:sp>
      <p:sp>
        <p:nvSpPr>
          <p:cNvPr id="8" name="TextBox 7">
            <a:extLst>
              <a:ext uri="{FF2B5EF4-FFF2-40B4-BE49-F238E27FC236}">
                <a16:creationId xmlns:a16="http://schemas.microsoft.com/office/drawing/2014/main" id="{E62C21CC-5ED0-E64B-EAB7-020E97E35EDD}"/>
              </a:ext>
            </a:extLst>
          </p:cNvPr>
          <p:cNvSpPr txBox="1"/>
          <p:nvPr userDrawn="1"/>
        </p:nvSpPr>
        <p:spPr>
          <a:xfrm>
            <a:off x="9205913" y="3698406"/>
            <a:ext cx="1168061" cy="1107996"/>
          </a:xfrm>
          <a:prstGeom prst="rect">
            <a:avLst/>
          </a:prstGeom>
          <a:noFill/>
        </p:spPr>
        <p:txBody>
          <a:bodyPr wrap="square" rtlCol="0" anchor="ctr">
            <a:spAutoFit/>
          </a:bodyPr>
          <a:lstStyle/>
          <a:p>
            <a:pPr marL="0" indent="0" algn="ctr">
              <a:buFont typeface="Arial" panose="020B0604020202020204" pitchFamily="34" charset="0"/>
              <a:buNone/>
            </a:pPr>
            <a:r>
              <a:rPr lang="en-US" sz="6600" b="1" dirty="0">
                <a:latin typeface="+mj-lt"/>
              </a:rPr>
              <a:t>”</a:t>
            </a:r>
          </a:p>
        </p:txBody>
      </p:sp>
      <p:sp>
        <p:nvSpPr>
          <p:cNvPr id="10" name="Text Placeholder 9">
            <a:extLst>
              <a:ext uri="{FF2B5EF4-FFF2-40B4-BE49-F238E27FC236}">
                <a16:creationId xmlns:a16="http://schemas.microsoft.com/office/drawing/2014/main" id="{3CC271C3-2751-4DDA-C95D-61E65E2C4072}"/>
              </a:ext>
            </a:extLst>
          </p:cNvPr>
          <p:cNvSpPr>
            <a:spLocks noGrp="1"/>
          </p:cNvSpPr>
          <p:nvPr>
            <p:ph type="body" sz="quarter" idx="11"/>
          </p:nvPr>
        </p:nvSpPr>
        <p:spPr>
          <a:xfrm>
            <a:off x="3027363" y="1627188"/>
            <a:ext cx="6178550" cy="2625216"/>
          </a:xfrm>
          <a:prstGeom prst="rect">
            <a:avLst/>
          </a:prstGeom>
        </p:spPr>
        <p:txBody>
          <a:bodyPr anchor="ctr"/>
          <a:lstStyle>
            <a:lvl1pPr marL="0" indent="0" algn="ctr">
              <a:buNone/>
              <a:defRPr b="1" i="1">
                <a:solidFill>
                  <a:schemeClr val="bg2">
                    <a:lumMod val="25000"/>
                  </a:schemeClr>
                </a:solidFill>
                <a:latin typeface="+mj-lt"/>
              </a:defRPr>
            </a:lvl1pPr>
          </a:lstStyle>
          <a:p>
            <a:pPr lvl="0"/>
            <a:endParaRPr lang="en-US" dirty="0"/>
          </a:p>
        </p:txBody>
      </p:sp>
      <p:sp>
        <p:nvSpPr>
          <p:cNvPr id="12" name="Text Placeholder 11">
            <a:extLst>
              <a:ext uri="{FF2B5EF4-FFF2-40B4-BE49-F238E27FC236}">
                <a16:creationId xmlns:a16="http://schemas.microsoft.com/office/drawing/2014/main" id="{0F6E1FB4-261B-CA90-BDD6-924DC2566383}"/>
              </a:ext>
            </a:extLst>
          </p:cNvPr>
          <p:cNvSpPr>
            <a:spLocks noGrp="1"/>
          </p:cNvSpPr>
          <p:nvPr>
            <p:ph type="body" sz="quarter" idx="12"/>
          </p:nvPr>
        </p:nvSpPr>
        <p:spPr>
          <a:xfrm>
            <a:off x="3027364" y="5229225"/>
            <a:ext cx="6178550" cy="711200"/>
          </a:xfrm>
          <a:prstGeom prst="rect">
            <a:avLst/>
          </a:prstGeom>
        </p:spPr>
        <p:txBody>
          <a:bodyPr anchor="ctr"/>
          <a:lstStyle>
            <a:lvl1pPr marL="0" indent="0" algn="ctr">
              <a:buNone/>
              <a:defRPr sz="1600">
                <a:solidFill>
                  <a:schemeClr val="bg2">
                    <a:lumMod val="50000"/>
                  </a:schemeClr>
                </a:solidFill>
                <a:latin typeface="+mj-lt"/>
              </a:defRPr>
            </a:lvl1pPr>
          </a:lstStyle>
          <a:p>
            <a:pPr lvl="0"/>
            <a:endParaRPr lang="en-US" dirty="0"/>
          </a:p>
        </p:txBody>
      </p:sp>
    </p:spTree>
    <p:extLst>
      <p:ext uri="{BB962C8B-B14F-4D97-AF65-F5344CB8AC3E}">
        <p14:creationId xmlns:p14="http://schemas.microsoft.com/office/powerpoint/2010/main" val="690354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توضیحات">
    <p:spTree>
      <p:nvGrpSpPr>
        <p:cNvPr id="1" name=""/>
        <p:cNvGrpSpPr/>
        <p:nvPr/>
      </p:nvGrpSpPr>
      <p:grpSpPr>
        <a:xfrm>
          <a:off x="0" y="0"/>
          <a:ext cx="0" cy="0"/>
          <a:chOff x="0" y="0"/>
          <a:chExt cx="0" cy="0"/>
        </a:xfrm>
      </p:grpSpPr>
      <p:sp>
        <p:nvSpPr>
          <p:cNvPr id="8" name="Content Placeholder 3">
            <a:extLst>
              <a:ext uri="{FF2B5EF4-FFF2-40B4-BE49-F238E27FC236}">
                <a16:creationId xmlns:a16="http://schemas.microsoft.com/office/drawing/2014/main" id="{745AABA7-8654-6E03-E01A-130CB74BE741}"/>
              </a:ext>
            </a:extLst>
          </p:cNvPr>
          <p:cNvSpPr>
            <a:spLocks noGrp="1"/>
          </p:cNvSpPr>
          <p:nvPr>
            <p:ph sz="half" idx="2" hasCustomPrompt="1"/>
          </p:nvPr>
        </p:nvSpPr>
        <p:spPr>
          <a:xfrm>
            <a:off x="588977" y="1015164"/>
            <a:ext cx="11058526" cy="5676247"/>
          </a:xfrm>
          <a:prstGeom prst="rect">
            <a:avLst/>
          </a:prstGeom>
        </p:spPr>
        <p:txBody>
          <a:bodyPr/>
          <a:lstStyle>
            <a:lvl1pPr marL="114300" indent="-342900">
              <a:lnSpc>
                <a:spcPct val="100000"/>
              </a:lnSpc>
              <a:spcBef>
                <a:spcPts val="2000"/>
              </a:spcBef>
              <a:buClr>
                <a:schemeClr val="tx1"/>
              </a:buClr>
              <a:buFont typeface="Arial" panose="020B0604020202020204" pitchFamily="34" charset="0"/>
              <a:buChar char="•"/>
              <a:defRPr sz="2400">
                <a:latin typeface="Times New Roman" panose="02020603050405020304" pitchFamily="18" charset="0"/>
                <a:cs typeface="Times New Roman" panose="02020603050405020304" pitchFamily="18" charset="0"/>
              </a:defRPr>
            </a:lvl1pPr>
            <a:lvl2pPr marL="411480" indent="228600">
              <a:lnSpc>
                <a:spcPct val="100000"/>
              </a:lnSpc>
              <a:spcBef>
                <a:spcPts val="1000"/>
              </a:spcBef>
              <a:buClr>
                <a:schemeClr val="tx1"/>
              </a:buClr>
              <a:buFont typeface="Wingdings" panose="05000000000000000000" pitchFamily="2" charset="2"/>
              <a:buChar char="§"/>
              <a:defRPr sz="2000">
                <a:solidFill>
                  <a:schemeClr val="tx1">
                    <a:lumMod val="95000"/>
                    <a:lumOff val="5000"/>
                  </a:schemeClr>
                </a:solidFill>
                <a:latin typeface="Times New Roman" panose="02020603050405020304" pitchFamily="18" charset="0"/>
                <a:cs typeface="Times New Roman" panose="02020603050405020304" pitchFamily="18" charset="0"/>
              </a:defRPr>
            </a:lvl2pPr>
            <a:lvl3pPr marL="1005840" indent="-228600">
              <a:spcBef>
                <a:spcPts val="600"/>
              </a:spcBef>
              <a:buClr>
                <a:schemeClr val="tx1"/>
              </a:buClr>
              <a:buFont typeface="Times New Roman" panose="02020603050405020304" pitchFamily="18" charset="0"/>
              <a:buChar char="‣"/>
              <a:defRPr sz="2000">
                <a:solidFill>
                  <a:schemeClr val="tx1">
                    <a:lumMod val="75000"/>
                    <a:lumOff val="25000"/>
                  </a:schemeClr>
                </a:solidFill>
                <a:latin typeface="Times New Roman" panose="02020603050405020304" pitchFamily="18" charset="0"/>
                <a:cs typeface="Times New Roman" panose="02020603050405020304" pitchFamily="18" charset="0"/>
              </a:defRPr>
            </a:lvl3pPr>
            <a:lvl4pPr marL="1371600" indent="-228600">
              <a:spcBef>
                <a:spcPts val="200"/>
              </a:spcBef>
              <a:buSzPct val="100000"/>
              <a:buFont typeface="Times New Roman" panose="02020603050405020304" pitchFamily="18" charset="0"/>
              <a:buChar char="‣"/>
              <a:defRPr sz="2000">
                <a:solidFill>
                  <a:schemeClr val="tx1">
                    <a:lumMod val="65000"/>
                    <a:lumOff val="35000"/>
                  </a:schemeClr>
                </a:solidFill>
                <a:latin typeface="Times New Roman" panose="02020603050405020304" pitchFamily="18" charset="0"/>
                <a:cs typeface="Times New Roman" panose="02020603050405020304" pitchFamily="18" charset="0"/>
              </a:defRPr>
            </a:lvl4pPr>
            <a:lvl5pPr marL="1645920">
              <a:spcBef>
                <a:spcPts val="200"/>
              </a:spcBef>
              <a:defRPr>
                <a:solidFill>
                  <a:schemeClr val="tx1">
                    <a:lumMod val="65000"/>
                    <a:lumOff val="35000"/>
                  </a:schemeClr>
                </a:solidFill>
                <a:latin typeface="Times New Roman" panose="02020603050405020304" pitchFamily="18" charset="0"/>
                <a:cs typeface="Times New Roman" panose="02020603050405020304" pitchFamily="18" charset="0"/>
              </a:defRPr>
            </a:lvl5pPr>
            <a:lvl6pPr marL="2286000" indent="0">
              <a:buNone/>
              <a:defRPr/>
            </a:lvl6pPr>
          </a:lstStyle>
          <a:p>
            <a:pPr marL="228600" marR="0" lvl="0" indent="-228600" algn="l" defTabSz="914400" rtl="0" eaLnBrk="1" fontAlgn="auto" latinLnBrk="0" hangingPunct="1">
              <a:lnSpc>
                <a:spcPct val="100000"/>
              </a:lnSpc>
              <a:spcBef>
                <a:spcPts val="1800"/>
              </a:spcBef>
              <a:spcAft>
                <a:spcPts val="0"/>
              </a:spcAft>
              <a:buClrTx/>
              <a:buSzTx/>
              <a:buFont typeface="Arial" panose="020B0604020202020204" pitchFamily="34" charset="0"/>
              <a:buChar char="•"/>
              <a:tabLst/>
              <a:defRPr/>
            </a:pPr>
            <a:r>
              <a:rPr lang="en-US" dirty="0"/>
              <a:t>Click to edit Master text styles Click to edit Master text styles Click to edit Master text </a:t>
            </a:r>
          </a:p>
          <a:p>
            <a:pPr lvl="1"/>
            <a:r>
              <a:rPr lang="en-US" dirty="0"/>
              <a:t>Second level</a:t>
            </a:r>
          </a:p>
          <a:p>
            <a:pPr lvl="2"/>
            <a:r>
              <a:rPr lang="en-US" dirty="0"/>
              <a:t>Third level</a:t>
            </a:r>
          </a:p>
          <a:p>
            <a:pPr lvl="0"/>
            <a:r>
              <a:rPr lang="en-US" dirty="0" err="1"/>
              <a:t>Asdfasdfasdfasdff</a:t>
            </a:r>
            <a:endParaRPr lang="en-US" dirty="0"/>
          </a:p>
          <a:p>
            <a:pPr marL="411480" marR="0" lvl="1" indent="228600" algn="l" defTabSz="914400" rtl="0" eaLnBrk="1" fontAlgn="auto" latinLnBrk="0" hangingPunct="1">
              <a:lnSpc>
                <a:spcPct val="100000"/>
              </a:lnSpc>
              <a:spcBef>
                <a:spcPts val="1000"/>
              </a:spcBef>
              <a:spcAft>
                <a:spcPts val="0"/>
              </a:spcAft>
              <a:buClrTx/>
              <a:buSzTx/>
              <a:buFont typeface="Wingdings" panose="05000000000000000000" pitchFamily="2" charset="2"/>
              <a:buChar char="§"/>
              <a:tabLst/>
              <a:defRPr/>
            </a:pPr>
            <a:r>
              <a:rPr lang="en-US" dirty="0"/>
              <a:t>Second level</a:t>
            </a:r>
          </a:p>
          <a:p>
            <a:pPr marL="1005840" marR="0" lvl="2" indent="-228600" algn="l" defTabSz="914400" rtl="0" eaLnBrk="1" fontAlgn="auto" latinLnBrk="0" hangingPunct="1">
              <a:lnSpc>
                <a:spcPct val="90000"/>
              </a:lnSpc>
              <a:spcBef>
                <a:spcPts val="600"/>
              </a:spcBef>
              <a:spcAft>
                <a:spcPts val="0"/>
              </a:spcAft>
              <a:buClrTx/>
              <a:buSzTx/>
              <a:buFont typeface="Times New Roman" panose="02020603050405020304" pitchFamily="18" charset="0"/>
              <a:buChar char="‣"/>
              <a:tabLst/>
              <a:defRPr/>
            </a:pPr>
            <a:r>
              <a:rPr lang="en-US" dirty="0"/>
              <a:t>Third level</a:t>
            </a:r>
          </a:p>
          <a:p>
            <a:pPr marL="1645920" marR="0" lvl="4" indent="-228600" algn="l" defTabSz="914400" rtl="0" eaLnBrk="1" fontAlgn="auto" latinLnBrk="0" hangingPunct="1">
              <a:lnSpc>
                <a:spcPct val="90000"/>
              </a:lnSpc>
              <a:spcBef>
                <a:spcPts val="200"/>
              </a:spcBef>
              <a:spcAft>
                <a:spcPts val="0"/>
              </a:spcAft>
              <a:buClrTx/>
              <a:buSzPct val="100000"/>
              <a:buFont typeface="Times New Roman" panose="02020603050405020304" pitchFamily="18" charset="0"/>
              <a:buChar char="‣"/>
              <a:tabLst/>
              <a:defRPr/>
            </a:pPr>
            <a:endParaRPr lang="en-US" dirty="0"/>
          </a:p>
          <a:p>
            <a:pPr lvl="4"/>
            <a:endParaRPr lang="en-US" dirty="0"/>
          </a:p>
          <a:p>
            <a:pPr lvl="0"/>
            <a:endParaRPr lang="en-US" dirty="0"/>
          </a:p>
        </p:txBody>
      </p:sp>
      <p:sp>
        <p:nvSpPr>
          <p:cNvPr id="16" name="Title 15">
            <a:extLst>
              <a:ext uri="{FF2B5EF4-FFF2-40B4-BE49-F238E27FC236}">
                <a16:creationId xmlns:a16="http://schemas.microsoft.com/office/drawing/2014/main" id="{6EA75A14-EC44-C947-19E0-5B86DE32AE01}"/>
              </a:ext>
            </a:extLst>
          </p:cNvPr>
          <p:cNvSpPr>
            <a:spLocks noGrp="1"/>
          </p:cNvSpPr>
          <p:nvPr>
            <p:ph type="title"/>
          </p:nvPr>
        </p:nvSpPr>
        <p:spPr/>
        <p:txBody>
          <a:bodyPr/>
          <a:lstStyle/>
          <a:p>
            <a:r>
              <a:rPr lang="en-US"/>
              <a:t>Click to edit Master title style</a:t>
            </a:r>
          </a:p>
        </p:txBody>
      </p:sp>
      <p:sp>
        <p:nvSpPr>
          <p:cNvPr id="17" name="Slide Number Placeholder 16">
            <a:extLst>
              <a:ext uri="{FF2B5EF4-FFF2-40B4-BE49-F238E27FC236}">
                <a16:creationId xmlns:a16="http://schemas.microsoft.com/office/drawing/2014/main" id="{29150B68-8BC2-8C77-3FFC-2A2ADED5585F}"/>
              </a:ext>
            </a:extLst>
          </p:cNvPr>
          <p:cNvSpPr>
            <a:spLocks noGrp="1"/>
          </p:cNvSpPr>
          <p:nvPr>
            <p:ph type="sldNum" sz="quarter" idx="10"/>
          </p:nvPr>
        </p:nvSpPr>
        <p:spPr/>
        <p:txBody>
          <a:bodyPr/>
          <a:lstStyle/>
          <a:p>
            <a:fld id="{AE311D09-C3D9-45E8-99CE-78E12234EEAD}" type="slidenum">
              <a:rPr lang="en-US" smtClean="0"/>
              <a:pPr/>
              <a:t>‹#›</a:t>
            </a:fld>
            <a:endParaRPr lang="en-US" dirty="0"/>
          </a:p>
        </p:txBody>
      </p:sp>
    </p:spTree>
    <p:extLst>
      <p:ext uri="{BB962C8B-B14F-4D97-AF65-F5344CB8AC3E}">
        <p14:creationId xmlns:p14="http://schemas.microsoft.com/office/powerpoint/2010/main" val="607715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عنوان بخش‌ها">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A4D3C09-A831-571A-01CB-A6534B0A75DE}"/>
              </a:ext>
            </a:extLst>
          </p:cNvPr>
          <p:cNvSpPr>
            <a:spLocks noGrp="1"/>
          </p:cNvSpPr>
          <p:nvPr>
            <p:ph type="body" idx="1" hasCustomPrompt="1"/>
          </p:nvPr>
        </p:nvSpPr>
        <p:spPr>
          <a:xfrm>
            <a:off x="838200" y="3630968"/>
            <a:ext cx="10515600" cy="2574523"/>
          </a:xfrm>
          <a:prstGeom prst="rect">
            <a:avLst/>
          </a:prstGeom>
        </p:spPr>
        <p:txBody>
          <a:bodyPr anchor="ctr"/>
          <a:lstStyle>
            <a:lvl1pPr marL="0" indent="0" algn="ctr">
              <a:buNone/>
              <a:defRPr sz="3600" b="1" spc="0">
                <a:solidFill>
                  <a:schemeClr val="tx1">
                    <a:lumMod val="65000"/>
                    <a:lumOff val="35000"/>
                  </a:schemeClr>
                </a:solidFill>
                <a:latin typeface="Times New Roman" panose="02020603050405020304" pitchFamily="18" charset="0"/>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Section Name</a:t>
            </a:r>
          </a:p>
        </p:txBody>
      </p:sp>
      <p:sp>
        <p:nvSpPr>
          <p:cNvPr id="9" name="Text Placeholder 8">
            <a:extLst>
              <a:ext uri="{FF2B5EF4-FFF2-40B4-BE49-F238E27FC236}">
                <a16:creationId xmlns:a16="http://schemas.microsoft.com/office/drawing/2014/main" id="{AAB62D3E-5146-2D84-53F5-BB186CCBF355}"/>
              </a:ext>
            </a:extLst>
          </p:cNvPr>
          <p:cNvSpPr>
            <a:spLocks noGrp="1"/>
          </p:cNvSpPr>
          <p:nvPr>
            <p:ph type="body" sz="quarter" idx="12" hasCustomPrompt="1"/>
          </p:nvPr>
        </p:nvSpPr>
        <p:spPr>
          <a:xfrm>
            <a:off x="838200" y="2492375"/>
            <a:ext cx="10515600" cy="936625"/>
          </a:xfrm>
          <a:prstGeom prst="rect">
            <a:avLst/>
          </a:prstGeom>
        </p:spPr>
        <p:txBody>
          <a:bodyPr anchor="ctr"/>
          <a:lstStyle>
            <a:lvl1pPr marL="0" indent="0" algn="ctr">
              <a:buNone/>
              <a:defRPr sz="4000">
                <a:latin typeface="+mj-lt"/>
              </a:defRPr>
            </a:lvl1pPr>
          </a:lstStyle>
          <a:p>
            <a:pPr lvl="0"/>
            <a:r>
              <a:rPr lang="en-US" dirty="0"/>
              <a:t>SECTION #</a:t>
            </a:r>
          </a:p>
        </p:txBody>
      </p:sp>
    </p:spTree>
    <p:extLst>
      <p:ext uri="{BB962C8B-B14F-4D97-AF65-F5344CB8AC3E}">
        <p14:creationId xmlns:p14="http://schemas.microsoft.com/office/powerpoint/2010/main" val="8259179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عکس و توضیحات">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581ADF6-1F4F-CE66-F068-D1A26D9E8A64}"/>
              </a:ext>
            </a:extLst>
          </p:cNvPr>
          <p:cNvSpPr>
            <a:spLocks noGrp="1" noChangeAspect="1"/>
          </p:cNvSpPr>
          <p:nvPr>
            <p:ph type="pic" sz="quarter" idx="11"/>
          </p:nvPr>
        </p:nvSpPr>
        <p:spPr>
          <a:xfrm>
            <a:off x="5809426" y="1031785"/>
            <a:ext cx="5826425" cy="3152748"/>
          </a:xfrm>
          <a:prstGeom prst="rect">
            <a:avLst/>
          </a:prstGeom>
        </p:spPr>
        <p:txBody>
          <a:bodyPr/>
          <a:lstStyle/>
          <a:p>
            <a:endParaRPr lang="en-US" dirty="0"/>
          </a:p>
        </p:txBody>
      </p:sp>
      <p:sp>
        <p:nvSpPr>
          <p:cNvPr id="21" name="Content Placeholder 3">
            <a:extLst>
              <a:ext uri="{FF2B5EF4-FFF2-40B4-BE49-F238E27FC236}">
                <a16:creationId xmlns:a16="http://schemas.microsoft.com/office/drawing/2014/main" id="{4D2E4CAB-BEBB-3707-3FA1-D084FAEA841F}"/>
              </a:ext>
            </a:extLst>
          </p:cNvPr>
          <p:cNvSpPr>
            <a:spLocks noGrp="1"/>
          </p:cNvSpPr>
          <p:nvPr>
            <p:ph sz="half" idx="2" hasCustomPrompt="1"/>
          </p:nvPr>
        </p:nvSpPr>
        <p:spPr>
          <a:xfrm>
            <a:off x="556149" y="1031785"/>
            <a:ext cx="5081171" cy="3159650"/>
          </a:xfrm>
          <a:prstGeom prst="rect">
            <a:avLst/>
          </a:prstGeom>
        </p:spPr>
        <p:txBody>
          <a:bodyPr/>
          <a:lstStyle>
            <a:lvl1pPr marL="0" indent="228600">
              <a:lnSpc>
                <a:spcPct val="100000"/>
              </a:lnSpc>
              <a:spcBef>
                <a:spcPts val="2000"/>
              </a:spcBef>
              <a:buClr>
                <a:schemeClr val="tx1"/>
              </a:buClr>
              <a:defRPr sz="2400">
                <a:latin typeface="Times New Roman" panose="02020603050405020304" pitchFamily="18" charset="0"/>
                <a:cs typeface="Times New Roman" panose="02020603050405020304" pitchFamily="18" charset="0"/>
              </a:defRPr>
            </a:lvl1pPr>
            <a:lvl2pPr marL="411480" indent="228600">
              <a:lnSpc>
                <a:spcPct val="100000"/>
              </a:lnSpc>
              <a:spcBef>
                <a:spcPts val="1000"/>
              </a:spcBef>
              <a:buClr>
                <a:schemeClr val="tx1"/>
              </a:buClr>
              <a:buFont typeface="Wingdings" panose="05000000000000000000" pitchFamily="2" charset="2"/>
              <a:buChar char="§"/>
              <a:defRPr sz="2000">
                <a:solidFill>
                  <a:schemeClr val="tx1">
                    <a:lumMod val="95000"/>
                    <a:lumOff val="5000"/>
                  </a:schemeClr>
                </a:solidFill>
                <a:latin typeface="Times New Roman" panose="02020603050405020304" pitchFamily="18" charset="0"/>
                <a:cs typeface="Times New Roman" panose="02020603050405020304" pitchFamily="18" charset="0"/>
              </a:defRPr>
            </a:lvl2pPr>
            <a:lvl3pPr marL="1005840" indent="-228600">
              <a:spcBef>
                <a:spcPts val="600"/>
              </a:spcBef>
              <a:buClr>
                <a:schemeClr val="tx1"/>
              </a:buClr>
              <a:buFont typeface="Times New Roman" panose="02020603050405020304" pitchFamily="18" charset="0"/>
              <a:buChar char="‣"/>
              <a:defRPr sz="2000">
                <a:solidFill>
                  <a:schemeClr val="tx1">
                    <a:lumMod val="75000"/>
                    <a:lumOff val="25000"/>
                  </a:schemeClr>
                </a:solidFill>
                <a:latin typeface="Times New Roman" panose="02020603050405020304" pitchFamily="18" charset="0"/>
                <a:cs typeface="Times New Roman" panose="02020603050405020304" pitchFamily="18" charset="0"/>
              </a:defRPr>
            </a:lvl3pPr>
            <a:lvl4pPr marL="1371600" indent="-228600">
              <a:spcBef>
                <a:spcPts val="200"/>
              </a:spcBef>
              <a:buClr>
                <a:schemeClr val="tx1"/>
              </a:buClr>
              <a:buSzPct val="100000"/>
              <a:buFont typeface="Times New Roman" panose="02020603050405020304" pitchFamily="18" charset="0"/>
              <a:buChar char="‣"/>
              <a:defRPr sz="2000">
                <a:solidFill>
                  <a:schemeClr val="tx1">
                    <a:lumMod val="65000"/>
                    <a:lumOff val="35000"/>
                  </a:schemeClr>
                </a:solidFill>
                <a:latin typeface="Times New Roman" panose="02020603050405020304" pitchFamily="18" charset="0"/>
                <a:cs typeface="Times New Roman" panose="02020603050405020304" pitchFamily="18" charset="0"/>
              </a:defRPr>
            </a:lvl4pPr>
            <a:lvl5pPr marL="1645920">
              <a:spcBef>
                <a:spcPts val="200"/>
              </a:spcBef>
              <a:buClr>
                <a:schemeClr val="tx1"/>
              </a:buClr>
              <a:defRPr>
                <a:solidFill>
                  <a:schemeClr val="tx1">
                    <a:lumMod val="65000"/>
                    <a:lumOff val="35000"/>
                  </a:schemeClr>
                </a:solidFill>
                <a:latin typeface="Times New Roman" panose="02020603050405020304" pitchFamily="18" charset="0"/>
                <a:cs typeface="Times New Roman" panose="02020603050405020304" pitchFamily="18" charset="0"/>
              </a:defRPr>
            </a:lvl5pPr>
          </a:lstStyle>
          <a:p>
            <a:pPr marL="228600" marR="0" lvl="0" indent="-228600" algn="l" defTabSz="914400" rtl="0" eaLnBrk="1" fontAlgn="auto" latinLnBrk="0" hangingPunct="1">
              <a:lnSpc>
                <a:spcPct val="100000"/>
              </a:lnSpc>
              <a:spcBef>
                <a:spcPts val="1800"/>
              </a:spcBef>
              <a:spcAft>
                <a:spcPts val="0"/>
              </a:spcAft>
              <a:buClrTx/>
              <a:buSzTx/>
              <a:buFont typeface="Arial" panose="020B0604020202020204" pitchFamily="34" charset="0"/>
              <a:buChar char="•"/>
              <a:tabLst/>
              <a:defRPr/>
            </a:pPr>
            <a:r>
              <a:rPr lang="en-US" dirty="0"/>
              <a:t>Click to edit Master text styles Click to edit Master text styles Click to edit Master text </a:t>
            </a:r>
          </a:p>
          <a:p>
            <a:pPr lvl="1"/>
            <a:r>
              <a:rPr lang="en-US" dirty="0"/>
              <a:t>Second level</a:t>
            </a:r>
          </a:p>
          <a:p>
            <a:pPr lvl="2"/>
            <a:r>
              <a:rPr lang="en-US" dirty="0"/>
              <a:t>Third level</a:t>
            </a:r>
          </a:p>
          <a:p>
            <a:pPr lvl="3"/>
            <a:r>
              <a:rPr lang="en-US" dirty="0"/>
              <a:t>Fourth level</a:t>
            </a:r>
          </a:p>
          <a:p>
            <a:pPr lvl="4"/>
            <a:r>
              <a:rPr lang="en-US" dirty="0"/>
              <a:t>Fifth level</a:t>
            </a:r>
          </a:p>
          <a:p>
            <a:pPr lvl="0"/>
            <a:endParaRPr lang="en-US" dirty="0"/>
          </a:p>
        </p:txBody>
      </p:sp>
      <p:sp>
        <p:nvSpPr>
          <p:cNvPr id="22" name="Content Placeholder 3">
            <a:extLst>
              <a:ext uri="{FF2B5EF4-FFF2-40B4-BE49-F238E27FC236}">
                <a16:creationId xmlns:a16="http://schemas.microsoft.com/office/drawing/2014/main" id="{D33701F9-BC79-B1F2-F33F-566DE40E9585}"/>
              </a:ext>
            </a:extLst>
          </p:cNvPr>
          <p:cNvSpPr>
            <a:spLocks noGrp="1"/>
          </p:cNvSpPr>
          <p:nvPr>
            <p:ph sz="half" idx="12"/>
          </p:nvPr>
        </p:nvSpPr>
        <p:spPr>
          <a:xfrm>
            <a:off x="556148" y="4349324"/>
            <a:ext cx="11079703" cy="2355005"/>
          </a:xfrm>
          <a:prstGeom prst="rect">
            <a:avLst/>
          </a:prstGeom>
        </p:spPr>
        <p:txBody>
          <a:bodyPr/>
          <a:lstStyle>
            <a:lvl1pPr marL="0" indent="228600">
              <a:lnSpc>
                <a:spcPct val="100000"/>
              </a:lnSpc>
              <a:spcBef>
                <a:spcPts val="2000"/>
              </a:spcBef>
              <a:buClr>
                <a:schemeClr val="tx1"/>
              </a:buClr>
              <a:defRPr sz="2400">
                <a:latin typeface="Times New Roman" panose="02020603050405020304" pitchFamily="18" charset="0"/>
                <a:cs typeface="Times New Roman" panose="02020603050405020304" pitchFamily="18" charset="0"/>
              </a:defRPr>
            </a:lvl1pPr>
            <a:lvl2pPr marL="411480" indent="228600">
              <a:lnSpc>
                <a:spcPct val="100000"/>
              </a:lnSpc>
              <a:spcBef>
                <a:spcPts val="1000"/>
              </a:spcBef>
              <a:buClr>
                <a:schemeClr val="tx1"/>
              </a:buClr>
              <a:buFont typeface="Wingdings" panose="05000000000000000000" pitchFamily="2" charset="2"/>
              <a:buChar char="§"/>
              <a:defRPr sz="2000">
                <a:solidFill>
                  <a:schemeClr val="tx1">
                    <a:lumMod val="95000"/>
                    <a:lumOff val="5000"/>
                  </a:schemeClr>
                </a:solidFill>
                <a:latin typeface="Times New Roman" panose="02020603050405020304" pitchFamily="18" charset="0"/>
                <a:cs typeface="Times New Roman" panose="02020603050405020304" pitchFamily="18" charset="0"/>
              </a:defRPr>
            </a:lvl2pPr>
            <a:lvl3pPr marL="1005840" indent="-228600">
              <a:spcBef>
                <a:spcPts val="600"/>
              </a:spcBef>
              <a:buClr>
                <a:schemeClr val="tx1"/>
              </a:buClr>
              <a:buFont typeface="Times New Roman" panose="02020603050405020304" pitchFamily="18" charset="0"/>
              <a:buChar char="‣"/>
              <a:defRPr sz="2000">
                <a:solidFill>
                  <a:schemeClr val="tx1">
                    <a:lumMod val="75000"/>
                    <a:lumOff val="25000"/>
                  </a:schemeClr>
                </a:solidFill>
                <a:latin typeface="Times New Roman" panose="02020603050405020304" pitchFamily="18" charset="0"/>
                <a:cs typeface="Times New Roman" panose="02020603050405020304" pitchFamily="18" charset="0"/>
              </a:defRPr>
            </a:lvl3pPr>
            <a:lvl4pPr marL="1371600" indent="-228600">
              <a:spcBef>
                <a:spcPts val="200"/>
              </a:spcBef>
              <a:buSzPct val="100000"/>
              <a:buFont typeface="Times New Roman" panose="02020603050405020304" pitchFamily="18" charset="0"/>
              <a:buChar char="‣"/>
              <a:defRPr sz="2000">
                <a:solidFill>
                  <a:schemeClr val="tx1">
                    <a:lumMod val="65000"/>
                    <a:lumOff val="35000"/>
                  </a:schemeClr>
                </a:solidFill>
                <a:latin typeface="Times New Roman" panose="02020603050405020304" pitchFamily="18" charset="0"/>
                <a:cs typeface="Times New Roman" panose="02020603050405020304" pitchFamily="18" charset="0"/>
              </a:defRPr>
            </a:lvl4pPr>
            <a:lvl5pPr marL="1645920">
              <a:spcBef>
                <a:spcPts val="200"/>
              </a:spcBef>
              <a:defRPr>
                <a:solidFill>
                  <a:schemeClr val="tx1">
                    <a:lumMod val="65000"/>
                    <a:lumOff val="35000"/>
                  </a:schemeClr>
                </a:solidFill>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0"/>
            <a:endParaRPr lang="en-US" dirty="0"/>
          </a:p>
        </p:txBody>
      </p:sp>
      <p:sp>
        <p:nvSpPr>
          <p:cNvPr id="25" name="Title 24">
            <a:extLst>
              <a:ext uri="{FF2B5EF4-FFF2-40B4-BE49-F238E27FC236}">
                <a16:creationId xmlns:a16="http://schemas.microsoft.com/office/drawing/2014/main" id="{A1248D6A-2F31-7DAE-E178-90148578B0E3}"/>
              </a:ext>
            </a:extLst>
          </p:cNvPr>
          <p:cNvSpPr>
            <a:spLocks noGrp="1"/>
          </p:cNvSpPr>
          <p:nvPr>
            <p:ph type="title"/>
          </p:nvPr>
        </p:nvSpPr>
        <p:spPr/>
        <p:txBody>
          <a:bodyPr/>
          <a:lstStyle/>
          <a:p>
            <a:r>
              <a:rPr lang="en-US"/>
              <a:t>Click to edit Master title style</a:t>
            </a:r>
          </a:p>
        </p:txBody>
      </p:sp>
      <p:sp>
        <p:nvSpPr>
          <p:cNvPr id="26" name="Slide Number Placeholder 25">
            <a:extLst>
              <a:ext uri="{FF2B5EF4-FFF2-40B4-BE49-F238E27FC236}">
                <a16:creationId xmlns:a16="http://schemas.microsoft.com/office/drawing/2014/main" id="{C84E279C-06EF-FA3D-FB33-057EDCA7E792}"/>
              </a:ext>
            </a:extLst>
          </p:cNvPr>
          <p:cNvSpPr>
            <a:spLocks noGrp="1"/>
          </p:cNvSpPr>
          <p:nvPr>
            <p:ph type="sldNum" sz="quarter" idx="13"/>
          </p:nvPr>
        </p:nvSpPr>
        <p:spPr/>
        <p:txBody>
          <a:bodyPr/>
          <a:lstStyle/>
          <a:p>
            <a:fld id="{AE311D09-C3D9-45E8-99CE-78E12234EEAD}" type="slidenum">
              <a:rPr lang="en-US" smtClean="0"/>
              <a:pPr/>
              <a:t>‹#›</a:t>
            </a:fld>
            <a:endParaRPr lang="en-US" dirty="0"/>
          </a:p>
        </p:txBody>
      </p:sp>
    </p:spTree>
    <p:extLst>
      <p:ext uri="{BB962C8B-B14F-4D97-AF65-F5344CB8AC3E}">
        <p14:creationId xmlns:p14="http://schemas.microsoft.com/office/powerpoint/2010/main" val="2486741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عکس">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B4413EB-9324-9312-01D4-01212668D4CA}"/>
              </a:ext>
            </a:extLst>
          </p:cNvPr>
          <p:cNvSpPr>
            <a:spLocks noGrp="1" noChangeAspect="1"/>
          </p:cNvSpPr>
          <p:nvPr>
            <p:ph type="pic" sz="quarter" idx="11"/>
          </p:nvPr>
        </p:nvSpPr>
        <p:spPr>
          <a:xfrm>
            <a:off x="1650709" y="518312"/>
            <a:ext cx="8890581" cy="5000952"/>
          </a:xfrm>
          <a:prstGeom prst="rect">
            <a:avLst/>
          </a:prstGeom>
        </p:spPr>
        <p:txBody>
          <a:bodyPr/>
          <a:lstStyle/>
          <a:p>
            <a:endParaRPr lang="en-US" dirty="0"/>
          </a:p>
        </p:txBody>
      </p:sp>
      <p:sp>
        <p:nvSpPr>
          <p:cNvPr id="9" name="Text Placeholder 8">
            <a:extLst>
              <a:ext uri="{FF2B5EF4-FFF2-40B4-BE49-F238E27FC236}">
                <a16:creationId xmlns:a16="http://schemas.microsoft.com/office/drawing/2014/main" id="{A7DC52E4-EE13-112F-7A75-20D1103E8E3D}"/>
              </a:ext>
            </a:extLst>
          </p:cNvPr>
          <p:cNvSpPr>
            <a:spLocks noGrp="1"/>
          </p:cNvSpPr>
          <p:nvPr>
            <p:ph type="body" sz="quarter" idx="12" hasCustomPrompt="1"/>
          </p:nvPr>
        </p:nvSpPr>
        <p:spPr>
          <a:xfrm>
            <a:off x="555625" y="5683250"/>
            <a:ext cx="11036300" cy="878915"/>
          </a:xfrm>
          <a:prstGeom prst="rect">
            <a:avLst/>
          </a:prstGeom>
        </p:spPr>
        <p:txBody>
          <a:bodyPr anchor="ctr"/>
          <a:lstStyle>
            <a:lvl1pPr marL="0" indent="0" algn="ctr">
              <a:buNone/>
              <a:defRPr sz="2000" i="1">
                <a:solidFill>
                  <a:schemeClr val="tx1">
                    <a:lumMod val="75000"/>
                    <a:lumOff val="25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caption</a:t>
            </a:r>
          </a:p>
        </p:txBody>
      </p:sp>
      <p:sp>
        <p:nvSpPr>
          <p:cNvPr id="12" name="Slide Number Placeholder 11">
            <a:extLst>
              <a:ext uri="{FF2B5EF4-FFF2-40B4-BE49-F238E27FC236}">
                <a16:creationId xmlns:a16="http://schemas.microsoft.com/office/drawing/2014/main" id="{4AA41ADF-5ADB-4478-F3AE-A908B05F64EF}"/>
              </a:ext>
            </a:extLst>
          </p:cNvPr>
          <p:cNvSpPr>
            <a:spLocks noGrp="1"/>
          </p:cNvSpPr>
          <p:nvPr>
            <p:ph type="sldNum" sz="quarter" idx="13"/>
          </p:nvPr>
        </p:nvSpPr>
        <p:spPr/>
        <p:txBody>
          <a:bodyPr/>
          <a:lstStyle/>
          <a:p>
            <a:fld id="{AE311D09-C3D9-45E8-99CE-78E12234EEAD}" type="slidenum">
              <a:rPr lang="en-US" smtClean="0"/>
              <a:pPr/>
              <a:t>‹#›</a:t>
            </a:fld>
            <a:endParaRPr lang="en-US" dirty="0"/>
          </a:p>
        </p:txBody>
      </p:sp>
    </p:spTree>
    <p:extLst>
      <p:ext uri="{BB962C8B-B14F-4D97-AF65-F5344CB8AC3E}">
        <p14:creationId xmlns:p14="http://schemas.microsoft.com/office/powerpoint/2010/main" val="28564450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20350306-1A92-387D-FEA6-25A51B678C66}"/>
              </a:ext>
            </a:extLst>
          </p:cNvPr>
          <p:cNvSpPr>
            <a:spLocks noGrp="1"/>
          </p:cNvSpPr>
          <p:nvPr>
            <p:ph type="sldNum" sz="quarter" idx="4"/>
          </p:nvPr>
        </p:nvSpPr>
        <p:spPr>
          <a:xfrm>
            <a:off x="556149" y="153671"/>
            <a:ext cx="670079" cy="641281"/>
          </a:xfrm>
          <a:prstGeom prst="rect">
            <a:avLst/>
          </a:prstGeom>
        </p:spPr>
        <p:txBody>
          <a:bodyPr vert="horz" lIns="91440" tIns="45720" rIns="91440" bIns="45720" rtlCol="0" anchor="ctr"/>
          <a:lstStyle>
            <a:lvl1pPr algn="l">
              <a:defRPr sz="1200">
                <a:solidFill>
                  <a:schemeClr val="tx1">
                    <a:tint val="75000"/>
                  </a:schemeClr>
                </a:solidFill>
              </a:defRPr>
            </a:lvl1pPr>
          </a:lstStyle>
          <a:p>
            <a:fld id="{AE311D09-C3D9-45E8-99CE-78E12234EEAD}" type="slidenum">
              <a:rPr lang="en-US" smtClean="0"/>
              <a:pPr/>
              <a:t>‹#›</a:t>
            </a:fld>
            <a:endParaRPr lang="en-US" dirty="0"/>
          </a:p>
        </p:txBody>
      </p:sp>
      <p:sp>
        <p:nvSpPr>
          <p:cNvPr id="12" name="Title Placeholder 11">
            <a:extLst>
              <a:ext uri="{FF2B5EF4-FFF2-40B4-BE49-F238E27FC236}">
                <a16:creationId xmlns:a16="http://schemas.microsoft.com/office/drawing/2014/main" id="{A8C8BAA5-76D7-C8B1-7A71-D70A776A65AF}"/>
              </a:ext>
            </a:extLst>
          </p:cNvPr>
          <p:cNvSpPr>
            <a:spLocks noGrp="1"/>
          </p:cNvSpPr>
          <p:nvPr>
            <p:ph type="title"/>
          </p:nvPr>
        </p:nvSpPr>
        <p:spPr>
          <a:xfrm>
            <a:off x="878889" y="153671"/>
            <a:ext cx="10436810" cy="641281"/>
          </a:xfrm>
          <a:prstGeom prst="rect">
            <a:avLst/>
          </a:prstGeom>
        </p:spPr>
        <p:txBody>
          <a:bodyPr vert="horz" lIns="91440" tIns="45720" rIns="91440" bIns="45720" rtlCol="0" anchor="ctr">
            <a:normAutofit/>
          </a:bodyPr>
          <a:lstStyle/>
          <a:p>
            <a:r>
              <a:rPr lang="en-US" dirty="0"/>
              <a:t>1.1 Definition</a:t>
            </a:r>
          </a:p>
        </p:txBody>
      </p:sp>
      <p:pic>
        <p:nvPicPr>
          <p:cNvPr id="13" name="Picture 12">
            <a:extLst>
              <a:ext uri="{FF2B5EF4-FFF2-40B4-BE49-F238E27FC236}">
                <a16:creationId xmlns:a16="http://schemas.microsoft.com/office/drawing/2014/main" id="{19A18509-0EE4-08D3-489F-C7109F42C063}"/>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10995546" y="166588"/>
            <a:ext cx="640305" cy="640305"/>
          </a:xfrm>
          <a:prstGeom prst="rect">
            <a:avLst/>
          </a:prstGeom>
        </p:spPr>
      </p:pic>
    </p:spTree>
    <p:extLst>
      <p:ext uri="{BB962C8B-B14F-4D97-AF65-F5344CB8AC3E}">
        <p14:creationId xmlns:p14="http://schemas.microsoft.com/office/powerpoint/2010/main" val="2854829678"/>
      </p:ext>
    </p:extLst>
  </p:cSld>
  <p:clrMap bg1="lt1" tx1="dk1" bg2="lt2" tx2="dk2" accent1="accent1" accent2="accent2" accent3="accent3" accent4="accent4" accent5="accent5" accent6="accent6" hlink="hlink" folHlink="folHlink"/>
  <p:sldLayoutIdLst>
    <p:sldLayoutId id="2147483649" r:id="rId1"/>
    <p:sldLayoutId id="2147483654" r:id="rId2"/>
    <p:sldLayoutId id="2147483655" r:id="rId3"/>
    <p:sldLayoutId id="2147483650" r:id="rId4"/>
    <p:sldLayoutId id="2147483651" r:id="rId5"/>
    <p:sldLayoutId id="2147483652" r:id="rId6"/>
    <p:sldLayoutId id="2147483653" r:id="rId7"/>
  </p:sldLayoutIdLst>
  <p:hf hdr="0" ftr="0" dt="0"/>
  <p:txStyles>
    <p:titleStyle>
      <a:lvl1pPr algn="ctr" defTabSz="914400" rtl="0" eaLnBrk="1" latinLnBrk="0" hangingPunct="1">
        <a:lnSpc>
          <a:spcPct val="90000"/>
        </a:lnSpc>
        <a:spcBef>
          <a:spcPct val="0"/>
        </a:spcBef>
        <a:buNone/>
        <a:defRPr sz="3600" b="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4449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1FC77B4-BC48-76BC-D426-F894A03FAA1E}"/>
              </a:ext>
            </a:extLst>
          </p:cNvPr>
          <p:cNvSpPr>
            <a:spLocks noGrp="1"/>
          </p:cNvSpPr>
          <p:nvPr>
            <p:ph type="body" idx="1"/>
          </p:nvPr>
        </p:nvSpPr>
        <p:spPr/>
        <p:txBody>
          <a:bodyPr/>
          <a:lstStyle/>
          <a:p>
            <a:r>
              <a:rPr lang="en-US" dirty="0"/>
              <a:t>Documenting an Architecture</a:t>
            </a:r>
          </a:p>
        </p:txBody>
      </p:sp>
      <p:sp>
        <p:nvSpPr>
          <p:cNvPr id="6" name="Text Placeholder 5">
            <a:extLst>
              <a:ext uri="{FF2B5EF4-FFF2-40B4-BE49-F238E27FC236}">
                <a16:creationId xmlns:a16="http://schemas.microsoft.com/office/drawing/2014/main" id="{8A69401E-3D2B-47A5-6D3F-CCE137706A37}"/>
              </a:ext>
            </a:extLst>
          </p:cNvPr>
          <p:cNvSpPr>
            <a:spLocks noGrp="1"/>
          </p:cNvSpPr>
          <p:nvPr>
            <p:ph type="body" sz="quarter" idx="12"/>
          </p:nvPr>
        </p:nvSpPr>
        <p:spPr/>
        <p:txBody>
          <a:bodyPr/>
          <a:lstStyle/>
          <a:p>
            <a:r>
              <a:rPr lang="en-US" dirty="0"/>
              <a:t>CHAPTER 22</a:t>
            </a:r>
          </a:p>
        </p:txBody>
      </p:sp>
    </p:spTree>
    <p:extLst>
      <p:ext uri="{BB962C8B-B14F-4D97-AF65-F5344CB8AC3E}">
        <p14:creationId xmlns:p14="http://schemas.microsoft.com/office/powerpoint/2010/main" val="7026365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508ED7A-E858-9048-A2EE-70B0CAEFB216}"/>
              </a:ext>
            </a:extLst>
          </p:cNvPr>
          <p:cNvSpPr>
            <a:spLocks noGrp="1"/>
          </p:cNvSpPr>
          <p:nvPr>
            <p:ph type="sldNum" sz="quarter" idx="10"/>
          </p:nvPr>
        </p:nvSpPr>
        <p:spPr/>
        <p:txBody>
          <a:bodyPr/>
          <a:lstStyle/>
          <a:p>
            <a:fld id="{AE311D09-C3D9-45E8-99CE-78E12234EEAD}" type="slidenum">
              <a:rPr lang="en-US" smtClean="0"/>
              <a:pPr/>
              <a:t>3</a:t>
            </a:fld>
            <a:endParaRPr lang="en-US" dirty="0"/>
          </a:p>
        </p:txBody>
      </p:sp>
      <p:sp>
        <p:nvSpPr>
          <p:cNvPr id="3" name="Text Placeholder 2">
            <a:extLst>
              <a:ext uri="{FF2B5EF4-FFF2-40B4-BE49-F238E27FC236}">
                <a16:creationId xmlns:a16="http://schemas.microsoft.com/office/drawing/2014/main" id="{7009505E-138C-BEFA-F1DA-E22DF7575B82}"/>
              </a:ext>
            </a:extLst>
          </p:cNvPr>
          <p:cNvSpPr>
            <a:spLocks noGrp="1"/>
          </p:cNvSpPr>
          <p:nvPr>
            <p:ph type="body" sz="quarter" idx="11"/>
          </p:nvPr>
        </p:nvSpPr>
        <p:spPr/>
        <p:txBody>
          <a:bodyPr/>
          <a:lstStyle/>
          <a:p>
            <a:r>
              <a:rPr lang="en-US" sz="3200" b="0" dirty="0"/>
              <a:t>Documentation is a love letter that you write to your future self.</a:t>
            </a:r>
          </a:p>
        </p:txBody>
      </p:sp>
      <p:sp>
        <p:nvSpPr>
          <p:cNvPr id="4" name="Text Placeholder 3">
            <a:extLst>
              <a:ext uri="{FF2B5EF4-FFF2-40B4-BE49-F238E27FC236}">
                <a16:creationId xmlns:a16="http://schemas.microsoft.com/office/drawing/2014/main" id="{B2B87A4A-CF6B-713C-5025-563FAA777324}"/>
              </a:ext>
            </a:extLst>
          </p:cNvPr>
          <p:cNvSpPr>
            <a:spLocks noGrp="1"/>
          </p:cNvSpPr>
          <p:nvPr>
            <p:ph type="body" sz="quarter" idx="12"/>
          </p:nvPr>
        </p:nvSpPr>
        <p:spPr/>
        <p:txBody>
          <a:bodyPr/>
          <a:lstStyle/>
          <a:p>
            <a:r>
              <a:rPr lang="en-US" dirty="0"/>
              <a:t>—Damian Conway</a:t>
            </a:r>
          </a:p>
        </p:txBody>
      </p:sp>
    </p:spTree>
    <p:extLst>
      <p:ext uri="{BB962C8B-B14F-4D97-AF65-F5344CB8AC3E}">
        <p14:creationId xmlns:p14="http://schemas.microsoft.com/office/powerpoint/2010/main" val="1562113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2482658-2BE8-68DC-2E49-3E16AB1B08DB}"/>
              </a:ext>
            </a:extLst>
          </p:cNvPr>
          <p:cNvSpPr>
            <a:spLocks noGrp="1"/>
          </p:cNvSpPr>
          <p:nvPr>
            <p:ph sz="half" idx="2"/>
          </p:nvPr>
        </p:nvSpPr>
        <p:spPr/>
        <p:txBody>
          <a:bodyPr/>
          <a:lstStyle/>
          <a:p>
            <a:endParaRPr lang="en-US" dirty="0"/>
          </a:p>
        </p:txBody>
      </p:sp>
      <p:sp>
        <p:nvSpPr>
          <p:cNvPr id="3" name="Title 2">
            <a:extLst>
              <a:ext uri="{FF2B5EF4-FFF2-40B4-BE49-F238E27FC236}">
                <a16:creationId xmlns:a16="http://schemas.microsoft.com/office/drawing/2014/main" id="{DEA50FF4-3542-AD6D-6F54-5EF273AB4BF6}"/>
              </a:ext>
            </a:extLst>
          </p:cNvPr>
          <p:cNvSpPr>
            <a:spLocks noGrp="1"/>
          </p:cNvSpPr>
          <p:nvPr>
            <p:ph type="title"/>
          </p:nvPr>
        </p:nvSpPr>
        <p:spPr/>
        <p:txBody>
          <a:bodyPr/>
          <a:lstStyle/>
          <a:p>
            <a:r>
              <a:rPr lang="en-US" dirty="0"/>
              <a:t>Chapter Outline</a:t>
            </a:r>
          </a:p>
        </p:txBody>
      </p:sp>
      <p:sp>
        <p:nvSpPr>
          <p:cNvPr id="4" name="Slide Number Placeholder 3">
            <a:extLst>
              <a:ext uri="{FF2B5EF4-FFF2-40B4-BE49-F238E27FC236}">
                <a16:creationId xmlns:a16="http://schemas.microsoft.com/office/drawing/2014/main" id="{CF7B9C1B-F8C3-F07B-728F-B0949F03145A}"/>
              </a:ext>
            </a:extLst>
          </p:cNvPr>
          <p:cNvSpPr>
            <a:spLocks noGrp="1"/>
          </p:cNvSpPr>
          <p:nvPr>
            <p:ph type="sldNum" sz="quarter" idx="10"/>
          </p:nvPr>
        </p:nvSpPr>
        <p:spPr/>
        <p:txBody>
          <a:bodyPr/>
          <a:lstStyle/>
          <a:p>
            <a:fld id="{AE311D09-C3D9-45E8-99CE-78E12234EEAD}" type="slidenum">
              <a:rPr lang="en-US" smtClean="0"/>
              <a:pPr/>
              <a:t>4</a:t>
            </a:fld>
            <a:endParaRPr lang="en-US" dirty="0"/>
          </a:p>
        </p:txBody>
      </p:sp>
    </p:spTree>
    <p:extLst>
      <p:ext uri="{BB962C8B-B14F-4D97-AF65-F5344CB8AC3E}">
        <p14:creationId xmlns:p14="http://schemas.microsoft.com/office/powerpoint/2010/main" val="23558266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E3ED8DE-7D44-DB8F-3ABF-1C40B58B2676}"/>
              </a:ext>
            </a:extLst>
          </p:cNvPr>
          <p:cNvSpPr>
            <a:spLocks noGrp="1"/>
          </p:cNvSpPr>
          <p:nvPr>
            <p:ph sz="half" idx="2"/>
          </p:nvPr>
        </p:nvSpPr>
        <p:spPr/>
        <p:txBody>
          <a:bodyPr/>
          <a:lstStyle/>
          <a:p>
            <a:r>
              <a:rPr lang="en-US" dirty="0"/>
              <a:t>Creating an architecture isn’t enough.</a:t>
            </a:r>
          </a:p>
          <a:p>
            <a:r>
              <a:rPr lang="en-US" dirty="0"/>
              <a:t>Documentation speaks for the architect.</a:t>
            </a:r>
          </a:p>
          <a:p>
            <a:pPr lvl="1"/>
            <a:r>
              <a:rPr lang="en-US" dirty="0"/>
              <a:t> It speaks for the architect today, when the architect should be doing other things besides answering a hundred questions about the architecture.</a:t>
            </a:r>
          </a:p>
          <a:p>
            <a:pPr lvl="1"/>
            <a:r>
              <a:rPr lang="en-US" dirty="0"/>
              <a:t>And it speaks for the architect tomorrow, who has forgotten the details of what the architecture includes, or when that person has left the project and someone else is now the architect.</a:t>
            </a:r>
          </a:p>
          <a:p>
            <a:r>
              <a:rPr lang="en-US" dirty="0"/>
              <a:t>Documentation also serves as the receptacle to hold the results of major design decisions as they are confirmed. </a:t>
            </a:r>
          </a:p>
          <a:p>
            <a:r>
              <a:rPr lang="en-US" dirty="0"/>
              <a:t>don’t think of documentation as a step that is distinct from and follows design.</a:t>
            </a:r>
          </a:p>
          <a:p>
            <a:pPr lvl="1"/>
            <a:r>
              <a:rPr lang="en-US" dirty="0"/>
              <a:t>Design and documentation are, ideally, the same piece of work.</a:t>
            </a:r>
          </a:p>
        </p:txBody>
      </p:sp>
      <p:sp>
        <p:nvSpPr>
          <p:cNvPr id="3" name="Title 2">
            <a:extLst>
              <a:ext uri="{FF2B5EF4-FFF2-40B4-BE49-F238E27FC236}">
                <a16:creationId xmlns:a16="http://schemas.microsoft.com/office/drawing/2014/main" id="{7F5EFD45-62C0-98DC-87BD-9CE9F70E9847}"/>
              </a:ext>
            </a:extLst>
          </p:cNvPr>
          <p:cNvSpPr>
            <a:spLocks noGrp="1"/>
          </p:cNvSpPr>
          <p:nvPr>
            <p:ph type="title"/>
          </p:nvPr>
        </p:nvSpPr>
        <p:spPr/>
        <p:txBody>
          <a:bodyPr/>
          <a:lstStyle/>
          <a:p>
            <a:r>
              <a:rPr lang="en-US" dirty="0"/>
              <a:t>Introduction</a:t>
            </a:r>
          </a:p>
        </p:txBody>
      </p:sp>
      <p:sp>
        <p:nvSpPr>
          <p:cNvPr id="4" name="Slide Number Placeholder 3">
            <a:extLst>
              <a:ext uri="{FF2B5EF4-FFF2-40B4-BE49-F238E27FC236}">
                <a16:creationId xmlns:a16="http://schemas.microsoft.com/office/drawing/2014/main" id="{9C7C8EE7-DF53-7020-F173-D19F79D75722}"/>
              </a:ext>
            </a:extLst>
          </p:cNvPr>
          <p:cNvSpPr>
            <a:spLocks noGrp="1"/>
          </p:cNvSpPr>
          <p:nvPr>
            <p:ph type="sldNum" sz="quarter" idx="10"/>
          </p:nvPr>
        </p:nvSpPr>
        <p:spPr/>
        <p:txBody>
          <a:bodyPr/>
          <a:lstStyle/>
          <a:p>
            <a:fld id="{AE311D09-C3D9-45E8-99CE-78E12234EEAD}" type="slidenum">
              <a:rPr lang="en-US" smtClean="0"/>
              <a:pPr/>
              <a:t>5</a:t>
            </a:fld>
            <a:endParaRPr lang="en-US" dirty="0"/>
          </a:p>
        </p:txBody>
      </p:sp>
    </p:spTree>
    <p:extLst>
      <p:ext uri="{BB962C8B-B14F-4D97-AF65-F5344CB8AC3E}">
        <p14:creationId xmlns:p14="http://schemas.microsoft.com/office/powerpoint/2010/main" val="29940149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9BA5E71-BBF3-DDCB-7F33-9BB2D6667705}"/>
              </a:ext>
            </a:extLst>
          </p:cNvPr>
          <p:cNvSpPr>
            <a:spLocks noGrp="1"/>
          </p:cNvSpPr>
          <p:nvPr>
            <p:ph sz="half" idx="2"/>
          </p:nvPr>
        </p:nvSpPr>
        <p:spPr/>
        <p:txBody>
          <a:bodyPr/>
          <a:lstStyle/>
          <a:p>
            <a:r>
              <a:rPr lang="en-US" dirty="0"/>
              <a:t>Many different kinds of people will have an interest in architecture documentation. </a:t>
            </a:r>
          </a:p>
          <a:p>
            <a:r>
              <a:rPr lang="en-US" dirty="0"/>
              <a:t>Understanding the uses of architecture documentation is essential, as those uses determine the important information to capture. </a:t>
            </a:r>
          </a:p>
          <a:p>
            <a:r>
              <a:rPr lang="en-US" dirty="0">
                <a:solidFill>
                  <a:schemeClr val="accent1"/>
                </a:solidFill>
              </a:rPr>
              <a:t>Architecture documentation</a:t>
            </a:r>
            <a:r>
              <a:rPr lang="en-US" dirty="0"/>
              <a:t> has four uses:</a:t>
            </a:r>
          </a:p>
          <a:p>
            <a:pPr marL="228600" indent="-457200">
              <a:buFont typeface="+mj-lt"/>
              <a:buAutoNum type="arabicPeriod"/>
            </a:pPr>
            <a:r>
              <a:rPr lang="en-US" dirty="0">
                <a:solidFill>
                  <a:schemeClr val="accent4">
                    <a:lumMod val="50000"/>
                  </a:schemeClr>
                </a:solidFill>
              </a:rPr>
              <a:t>As a mean of education</a:t>
            </a:r>
          </a:p>
          <a:p>
            <a:pPr lvl="1"/>
            <a:r>
              <a:rPr lang="en-US" dirty="0"/>
              <a:t>For introducing people new members of the team to the system.</a:t>
            </a:r>
          </a:p>
          <a:p>
            <a:pPr lvl="1"/>
            <a:r>
              <a:rPr lang="en-US" dirty="0"/>
              <a:t>For presenting your solution for the first time to a customer.</a:t>
            </a:r>
          </a:p>
          <a:p>
            <a:pPr marL="228600" indent="-457200">
              <a:buFont typeface="+mj-lt"/>
              <a:buAutoNum type="arabicPeriod"/>
            </a:pPr>
            <a:r>
              <a:rPr lang="en-US" dirty="0">
                <a:solidFill>
                  <a:schemeClr val="accent4">
                    <a:lumMod val="50000"/>
                  </a:schemeClr>
                </a:solidFill>
              </a:rPr>
              <a:t>For communication among stakeholders</a:t>
            </a:r>
          </a:p>
          <a:p>
            <a:endParaRPr lang="en-US" dirty="0"/>
          </a:p>
        </p:txBody>
      </p:sp>
      <p:sp>
        <p:nvSpPr>
          <p:cNvPr id="3" name="Title 2">
            <a:extLst>
              <a:ext uri="{FF2B5EF4-FFF2-40B4-BE49-F238E27FC236}">
                <a16:creationId xmlns:a16="http://schemas.microsoft.com/office/drawing/2014/main" id="{A15669FD-577F-0A1D-8DD1-11539782895E}"/>
              </a:ext>
            </a:extLst>
          </p:cNvPr>
          <p:cNvSpPr>
            <a:spLocks noGrp="1"/>
          </p:cNvSpPr>
          <p:nvPr>
            <p:ph type="title"/>
          </p:nvPr>
        </p:nvSpPr>
        <p:spPr/>
        <p:txBody>
          <a:bodyPr>
            <a:normAutofit/>
          </a:bodyPr>
          <a:lstStyle/>
          <a:p>
            <a:r>
              <a:rPr lang="en-US" dirty="0"/>
              <a:t>Audiences for Architecture Documentation</a:t>
            </a:r>
          </a:p>
        </p:txBody>
      </p:sp>
      <p:sp>
        <p:nvSpPr>
          <p:cNvPr id="4" name="Slide Number Placeholder 3">
            <a:extLst>
              <a:ext uri="{FF2B5EF4-FFF2-40B4-BE49-F238E27FC236}">
                <a16:creationId xmlns:a16="http://schemas.microsoft.com/office/drawing/2014/main" id="{BD0CF0A2-79BF-04DD-8AEF-C0EC44D3ED6D}"/>
              </a:ext>
            </a:extLst>
          </p:cNvPr>
          <p:cNvSpPr>
            <a:spLocks noGrp="1"/>
          </p:cNvSpPr>
          <p:nvPr>
            <p:ph type="sldNum" sz="quarter" idx="10"/>
          </p:nvPr>
        </p:nvSpPr>
        <p:spPr/>
        <p:txBody>
          <a:bodyPr/>
          <a:lstStyle/>
          <a:p>
            <a:fld id="{AE311D09-C3D9-45E8-99CE-78E12234EEAD}" type="slidenum">
              <a:rPr lang="en-US" smtClean="0"/>
              <a:pPr/>
              <a:t>6</a:t>
            </a:fld>
            <a:endParaRPr lang="en-US" dirty="0"/>
          </a:p>
        </p:txBody>
      </p:sp>
    </p:spTree>
    <p:extLst>
      <p:ext uri="{BB962C8B-B14F-4D97-AF65-F5344CB8AC3E}">
        <p14:creationId xmlns:p14="http://schemas.microsoft.com/office/powerpoint/2010/main" val="4699966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08F7DC8-B28E-5FA6-0EF2-BA20564995B1}"/>
              </a:ext>
            </a:extLst>
          </p:cNvPr>
          <p:cNvSpPr>
            <a:spLocks noGrp="1"/>
          </p:cNvSpPr>
          <p:nvPr>
            <p:ph sz="half" idx="2"/>
          </p:nvPr>
        </p:nvSpPr>
        <p:spPr/>
        <p:txBody>
          <a:bodyPr/>
          <a:lstStyle/>
          <a:p>
            <a:pPr marL="228600" indent="-457200">
              <a:buFont typeface="+mj-lt"/>
              <a:buAutoNum type="arabicPeriod" startAt="3"/>
            </a:pPr>
            <a:r>
              <a:rPr lang="en-US" dirty="0">
                <a:solidFill>
                  <a:schemeClr val="accent4">
                    <a:lumMod val="50000"/>
                  </a:schemeClr>
                </a:solidFill>
              </a:rPr>
              <a:t>The basis for system analysis and construction</a:t>
            </a:r>
          </a:p>
          <a:p>
            <a:pPr lvl="1"/>
            <a:r>
              <a:rPr lang="en-US" dirty="0"/>
              <a:t>Architecture tells implementers which modules to implement and how those modules are wired together.</a:t>
            </a:r>
          </a:p>
          <a:p>
            <a:pPr marL="228600" indent="-457200">
              <a:buFont typeface="+mj-lt"/>
              <a:buAutoNum type="arabicPeriod" startAt="3"/>
            </a:pPr>
            <a:r>
              <a:rPr lang="en-US" dirty="0">
                <a:solidFill>
                  <a:schemeClr val="accent4">
                    <a:lumMod val="50000"/>
                  </a:schemeClr>
                </a:solidFill>
              </a:rPr>
              <a:t>The basis for forensics when an incident occurs</a:t>
            </a:r>
          </a:p>
          <a:p>
            <a:pPr lvl="1"/>
            <a:r>
              <a:rPr lang="en-US" dirty="0"/>
              <a:t>When an incident occurs, someone is responsible for tracking down cause of the incident and immediate information about the flow of control will be helpful.</a:t>
            </a:r>
          </a:p>
          <a:p>
            <a:pPr lvl="1"/>
            <a:r>
              <a:rPr lang="en-US" dirty="0"/>
              <a:t>For example, a database of interface specifications will provide context for the flow of control. </a:t>
            </a:r>
          </a:p>
          <a:p>
            <a:pPr lvl="1"/>
            <a:r>
              <a:rPr lang="en-US" dirty="0"/>
              <a:t>And component descriptions will indicate what should have happened in each component on the trace of events.</a:t>
            </a:r>
          </a:p>
          <a:p>
            <a:endParaRPr lang="en-US" dirty="0"/>
          </a:p>
        </p:txBody>
      </p:sp>
      <p:sp>
        <p:nvSpPr>
          <p:cNvPr id="3" name="Title 2">
            <a:extLst>
              <a:ext uri="{FF2B5EF4-FFF2-40B4-BE49-F238E27FC236}">
                <a16:creationId xmlns:a16="http://schemas.microsoft.com/office/drawing/2014/main" id="{1557EA21-1CC0-9018-A2AF-EF3CDCA25AD2}"/>
              </a:ext>
            </a:extLst>
          </p:cNvPr>
          <p:cNvSpPr>
            <a:spLocks noGrp="1"/>
          </p:cNvSpPr>
          <p:nvPr>
            <p:ph type="title"/>
          </p:nvPr>
        </p:nvSpPr>
        <p:spPr/>
        <p:txBody>
          <a:bodyPr/>
          <a:lstStyle/>
          <a:p>
            <a:r>
              <a:rPr lang="en-US" dirty="0"/>
              <a:t>Audiences for Architecture Documentation</a:t>
            </a:r>
          </a:p>
        </p:txBody>
      </p:sp>
      <p:sp>
        <p:nvSpPr>
          <p:cNvPr id="4" name="Slide Number Placeholder 3">
            <a:extLst>
              <a:ext uri="{FF2B5EF4-FFF2-40B4-BE49-F238E27FC236}">
                <a16:creationId xmlns:a16="http://schemas.microsoft.com/office/drawing/2014/main" id="{71802C7A-BFD1-AA0A-B640-1C7CA3270818}"/>
              </a:ext>
            </a:extLst>
          </p:cNvPr>
          <p:cNvSpPr>
            <a:spLocks noGrp="1"/>
          </p:cNvSpPr>
          <p:nvPr>
            <p:ph type="sldNum" sz="quarter" idx="10"/>
          </p:nvPr>
        </p:nvSpPr>
        <p:spPr/>
        <p:txBody>
          <a:bodyPr/>
          <a:lstStyle/>
          <a:p>
            <a:fld id="{AE311D09-C3D9-45E8-99CE-78E12234EEAD}" type="slidenum">
              <a:rPr lang="en-US" smtClean="0"/>
              <a:pPr/>
              <a:t>7</a:t>
            </a:fld>
            <a:endParaRPr lang="en-US" dirty="0"/>
          </a:p>
        </p:txBody>
      </p:sp>
    </p:spTree>
    <p:extLst>
      <p:ext uri="{BB962C8B-B14F-4D97-AF65-F5344CB8AC3E}">
        <p14:creationId xmlns:p14="http://schemas.microsoft.com/office/powerpoint/2010/main" val="28460304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D544F30-89E8-CE81-4892-FE47229D42F9}"/>
              </a:ext>
            </a:extLst>
          </p:cNvPr>
          <p:cNvSpPr>
            <a:spLocks noGrp="1"/>
          </p:cNvSpPr>
          <p:nvPr>
            <p:ph sz="half" idx="2"/>
          </p:nvPr>
        </p:nvSpPr>
        <p:spPr/>
        <p:txBody>
          <a:bodyPr/>
          <a:lstStyle/>
          <a:p>
            <a:r>
              <a:rPr lang="en-US" dirty="0"/>
              <a:t>Notations for documenting views differ considerably in their degree of formality. Roughly speaking, there are three main categories of notation:</a:t>
            </a:r>
          </a:p>
          <a:p>
            <a:r>
              <a:rPr lang="en-US" dirty="0">
                <a:solidFill>
                  <a:schemeClr val="accent4">
                    <a:lumMod val="50000"/>
                  </a:schemeClr>
                </a:solidFill>
              </a:rPr>
              <a:t>Informal notations</a:t>
            </a:r>
          </a:p>
          <a:p>
            <a:pPr lvl="1"/>
            <a:r>
              <a:rPr lang="en-US" dirty="0"/>
              <a:t>Most box-and-line drawings you’ve probably seen fall into this category</a:t>
            </a:r>
          </a:p>
          <a:p>
            <a:pPr lvl="1"/>
            <a:r>
              <a:rPr lang="en-US" dirty="0"/>
              <a:t>Like Power Point or some similar tool, or hand-drawn sketches on a whiteboard.</a:t>
            </a:r>
          </a:p>
          <a:p>
            <a:pPr lvl="1"/>
            <a:r>
              <a:rPr lang="en-US" dirty="0"/>
              <a:t>The description are in natural language, and cannot be formally analyzed.</a:t>
            </a:r>
            <a:endParaRPr lang="en-US" dirty="0">
              <a:solidFill>
                <a:schemeClr val="accent4">
                  <a:lumMod val="50000"/>
                </a:schemeClr>
              </a:solidFill>
            </a:endParaRPr>
          </a:p>
          <a:p>
            <a:r>
              <a:rPr lang="en-US" dirty="0">
                <a:solidFill>
                  <a:schemeClr val="accent4">
                    <a:lumMod val="50000"/>
                  </a:schemeClr>
                </a:solidFill>
              </a:rPr>
              <a:t>Semiformal notations</a:t>
            </a:r>
          </a:p>
          <a:p>
            <a:pPr lvl="1"/>
            <a:r>
              <a:rPr lang="en-US" dirty="0"/>
              <a:t>Views may be expressed in a standardized notation that prescribes graphical elements and rules of construction, but does not provide a complete semantic treatment of the meaning of those elements.</a:t>
            </a:r>
          </a:p>
          <a:p>
            <a:pPr lvl="1"/>
            <a:r>
              <a:rPr lang="en-US" dirty="0"/>
              <a:t>UML and its system engineering adjunct </a:t>
            </a:r>
            <a:r>
              <a:rPr lang="en-US" dirty="0" err="1"/>
              <a:t>SysML</a:t>
            </a:r>
            <a:r>
              <a:rPr lang="en-US" dirty="0"/>
              <a:t> are semiformal notations.</a:t>
            </a:r>
            <a:endParaRPr lang="en-US" dirty="0">
              <a:solidFill>
                <a:schemeClr val="accent4">
                  <a:lumMod val="50000"/>
                </a:schemeClr>
              </a:solidFill>
            </a:endParaRPr>
          </a:p>
        </p:txBody>
      </p:sp>
      <p:sp>
        <p:nvSpPr>
          <p:cNvPr id="3" name="Title 2">
            <a:extLst>
              <a:ext uri="{FF2B5EF4-FFF2-40B4-BE49-F238E27FC236}">
                <a16:creationId xmlns:a16="http://schemas.microsoft.com/office/drawing/2014/main" id="{90FABA4B-BE41-E0C1-3C70-31869B29177E}"/>
              </a:ext>
            </a:extLst>
          </p:cNvPr>
          <p:cNvSpPr>
            <a:spLocks noGrp="1"/>
          </p:cNvSpPr>
          <p:nvPr>
            <p:ph type="title"/>
          </p:nvPr>
        </p:nvSpPr>
        <p:spPr/>
        <p:txBody>
          <a:bodyPr/>
          <a:lstStyle/>
          <a:p>
            <a:r>
              <a:rPr lang="en-US" dirty="0"/>
              <a:t>Notations</a:t>
            </a:r>
          </a:p>
        </p:txBody>
      </p:sp>
      <p:sp>
        <p:nvSpPr>
          <p:cNvPr id="4" name="Slide Number Placeholder 3">
            <a:extLst>
              <a:ext uri="{FF2B5EF4-FFF2-40B4-BE49-F238E27FC236}">
                <a16:creationId xmlns:a16="http://schemas.microsoft.com/office/drawing/2014/main" id="{4F8E314B-078A-038D-D1BD-BC8AB5E8D2E3}"/>
              </a:ext>
            </a:extLst>
          </p:cNvPr>
          <p:cNvSpPr>
            <a:spLocks noGrp="1"/>
          </p:cNvSpPr>
          <p:nvPr>
            <p:ph type="sldNum" sz="quarter" idx="10"/>
          </p:nvPr>
        </p:nvSpPr>
        <p:spPr/>
        <p:txBody>
          <a:bodyPr/>
          <a:lstStyle/>
          <a:p>
            <a:fld id="{AE311D09-C3D9-45E8-99CE-78E12234EEAD}" type="slidenum">
              <a:rPr lang="en-US" smtClean="0"/>
              <a:pPr/>
              <a:t>8</a:t>
            </a:fld>
            <a:endParaRPr lang="en-US" dirty="0"/>
          </a:p>
        </p:txBody>
      </p:sp>
    </p:spTree>
    <p:extLst>
      <p:ext uri="{BB962C8B-B14F-4D97-AF65-F5344CB8AC3E}">
        <p14:creationId xmlns:p14="http://schemas.microsoft.com/office/powerpoint/2010/main" val="2347207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514FB5C-FDF3-3083-DD7B-AEFABE151603}"/>
              </a:ext>
            </a:extLst>
          </p:cNvPr>
          <p:cNvSpPr>
            <a:spLocks noGrp="1"/>
          </p:cNvSpPr>
          <p:nvPr>
            <p:ph sz="half" idx="2"/>
          </p:nvPr>
        </p:nvSpPr>
        <p:spPr/>
        <p:txBody>
          <a:bodyPr/>
          <a:lstStyle/>
          <a:p>
            <a:r>
              <a:rPr lang="en-US" dirty="0">
                <a:solidFill>
                  <a:schemeClr val="accent4">
                    <a:lumMod val="50000"/>
                  </a:schemeClr>
                </a:solidFill>
              </a:rPr>
              <a:t>Formal notations</a:t>
            </a:r>
          </a:p>
          <a:p>
            <a:pPr lvl="1"/>
            <a:r>
              <a:rPr lang="en-US" dirty="0"/>
              <a:t>Views may be described in a notation that has a precise (usually mathematically based) semantics. </a:t>
            </a:r>
          </a:p>
          <a:p>
            <a:pPr lvl="1"/>
            <a:r>
              <a:rPr lang="en-US" dirty="0"/>
              <a:t>Formal analysis of both syntax and semantics is possible.</a:t>
            </a:r>
            <a:endParaRPr lang="en-US" dirty="0">
              <a:solidFill>
                <a:schemeClr val="accent4">
                  <a:lumMod val="50000"/>
                </a:schemeClr>
              </a:solidFill>
            </a:endParaRPr>
          </a:p>
          <a:p>
            <a:pPr lvl="1"/>
            <a:r>
              <a:rPr lang="en-US" dirty="0"/>
              <a:t>A variety of formal notations for software architecture are available. Generally referred to as architecture description languages (</a:t>
            </a:r>
            <a:r>
              <a:rPr lang="en-US" dirty="0">
                <a:solidFill>
                  <a:schemeClr val="accent1"/>
                </a:solidFill>
              </a:rPr>
              <a:t>ADLs</a:t>
            </a:r>
            <a:r>
              <a:rPr lang="en-US" dirty="0"/>
              <a:t>)</a:t>
            </a:r>
          </a:p>
          <a:p>
            <a:pPr lvl="1"/>
            <a:r>
              <a:rPr lang="en-US" dirty="0"/>
              <a:t>The usefulness of ADLs lies in supporting automation through associated tools like analysis or code generation.</a:t>
            </a:r>
          </a:p>
          <a:p>
            <a:pPr lvl="1"/>
            <a:r>
              <a:rPr lang="en-US" dirty="0"/>
              <a:t>In practice, the use of formal notations is rare.</a:t>
            </a:r>
          </a:p>
          <a:p>
            <a:r>
              <a:rPr lang="en-US" dirty="0"/>
              <a:t>Typically, more formal notations take more effort to create and understand, but repay this effort with reduced ambiguity and more opportunities for analysis.</a:t>
            </a:r>
          </a:p>
        </p:txBody>
      </p:sp>
      <p:sp>
        <p:nvSpPr>
          <p:cNvPr id="3" name="Title 2">
            <a:extLst>
              <a:ext uri="{FF2B5EF4-FFF2-40B4-BE49-F238E27FC236}">
                <a16:creationId xmlns:a16="http://schemas.microsoft.com/office/drawing/2014/main" id="{A9383A90-27BA-A7DB-5F35-67B30A9A9193}"/>
              </a:ext>
            </a:extLst>
          </p:cNvPr>
          <p:cNvSpPr>
            <a:spLocks noGrp="1"/>
          </p:cNvSpPr>
          <p:nvPr>
            <p:ph type="title"/>
          </p:nvPr>
        </p:nvSpPr>
        <p:spPr/>
        <p:txBody>
          <a:bodyPr/>
          <a:lstStyle/>
          <a:p>
            <a:r>
              <a:rPr lang="en-US" dirty="0"/>
              <a:t>Notations</a:t>
            </a:r>
          </a:p>
        </p:txBody>
      </p:sp>
      <p:sp>
        <p:nvSpPr>
          <p:cNvPr id="4" name="Slide Number Placeholder 3">
            <a:extLst>
              <a:ext uri="{FF2B5EF4-FFF2-40B4-BE49-F238E27FC236}">
                <a16:creationId xmlns:a16="http://schemas.microsoft.com/office/drawing/2014/main" id="{A62A33CF-83FE-F5C8-4093-FE85DA7CE257}"/>
              </a:ext>
            </a:extLst>
          </p:cNvPr>
          <p:cNvSpPr>
            <a:spLocks noGrp="1"/>
          </p:cNvSpPr>
          <p:nvPr>
            <p:ph type="sldNum" sz="quarter" idx="10"/>
          </p:nvPr>
        </p:nvSpPr>
        <p:spPr/>
        <p:txBody>
          <a:bodyPr/>
          <a:lstStyle/>
          <a:p>
            <a:fld id="{AE311D09-C3D9-45E8-99CE-78E12234EEAD}" type="slidenum">
              <a:rPr lang="en-US" smtClean="0"/>
              <a:pPr/>
              <a:t>9</a:t>
            </a:fld>
            <a:endParaRPr lang="en-US" dirty="0"/>
          </a:p>
        </p:txBody>
      </p:sp>
    </p:spTree>
    <p:extLst>
      <p:ext uri="{BB962C8B-B14F-4D97-AF65-F5344CB8AC3E}">
        <p14:creationId xmlns:p14="http://schemas.microsoft.com/office/powerpoint/2010/main" val="34996499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44FA859-D0A3-835F-021E-3EA07A972E7A}"/>
              </a:ext>
            </a:extLst>
          </p:cNvPr>
          <p:cNvSpPr>
            <a:spLocks noGrp="1"/>
          </p:cNvSpPr>
          <p:nvPr>
            <p:ph sz="half" idx="2"/>
          </p:nvPr>
        </p:nvSpPr>
        <p:spPr/>
        <p:txBody>
          <a:bodyPr/>
          <a:lstStyle/>
          <a:p>
            <a:r>
              <a:rPr lang="en-US" dirty="0"/>
              <a:t>A software architecture is a complex entity that cannot be described in a simple one-dimensional fashion.</a:t>
            </a:r>
          </a:p>
          <a:p>
            <a:r>
              <a:rPr lang="en-US" dirty="0"/>
              <a:t>A </a:t>
            </a:r>
            <a:r>
              <a:rPr lang="en-US" dirty="0">
                <a:solidFill>
                  <a:schemeClr val="accent1"/>
                </a:solidFill>
              </a:rPr>
              <a:t>view</a:t>
            </a:r>
            <a:r>
              <a:rPr lang="en-US" dirty="0"/>
              <a:t> is a representation of a set of system elements and relations among them. (not all system elements, but those of a particular type.)</a:t>
            </a:r>
          </a:p>
          <a:p>
            <a:r>
              <a:rPr lang="en-US" dirty="0"/>
              <a:t>For example, a layered view of a system would show elements of type “layer”; that is, it would show the system’s decomposition into layers, along with the relations among those layers.</a:t>
            </a:r>
          </a:p>
          <a:p>
            <a:pPr lvl="1"/>
            <a:r>
              <a:rPr lang="en-US" dirty="0"/>
              <a:t>A pure layered view would not show the system’s services, or clients and servers, or data model, etc.</a:t>
            </a:r>
          </a:p>
          <a:p>
            <a:r>
              <a:rPr lang="en-US" dirty="0"/>
              <a:t>Thus, views let us divide a multidimensional entity like software architecture, into a number of representations of the system.</a:t>
            </a:r>
          </a:p>
        </p:txBody>
      </p:sp>
      <p:sp>
        <p:nvSpPr>
          <p:cNvPr id="3" name="Title 2">
            <a:extLst>
              <a:ext uri="{FF2B5EF4-FFF2-40B4-BE49-F238E27FC236}">
                <a16:creationId xmlns:a16="http://schemas.microsoft.com/office/drawing/2014/main" id="{2E27B2C7-9114-656C-7160-F4DA7F59FD12}"/>
              </a:ext>
            </a:extLst>
          </p:cNvPr>
          <p:cNvSpPr>
            <a:spLocks noGrp="1"/>
          </p:cNvSpPr>
          <p:nvPr>
            <p:ph type="title"/>
          </p:nvPr>
        </p:nvSpPr>
        <p:spPr/>
        <p:txBody>
          <a:bodyPr/>
          <a:lstStyle/>
          <a:p>
            <a:r>
              <a:rPr lang="en-US" dirty="0"/>
              <a:t>Views</a:t>
            </a:r>
          </a:p>
        </p:txBody>
      </p:sp>
      <p:sp>
        <p:nvSpPr>
          <p:cNvPr id="4" name="Slide Number Placeholder 3">
            <a:extLst>
              <a:ext uri="{FF2B5EF4-FFF2-40B4-BE49-F238E27FC236}">
                <a16:creationId xmlns:a16="http://schemas.microsoft.com/office/drawing/2014/main" id="{66B70106-32BB-DCF5-1F46-E1002E7F3EF7}"/>
              </a:ext>
            </a:extLst>
          </p:cNvPr>
          <p:cNvSpPr>
            <a:spLocks noGrp="1"/>
          </p:cNvSpPr>
          <p:nvPr>
            <p:ph type="sldNum" sz="quarter" idx="10"/>
          </p:nvPr>
        </p:nvSpPr>
        <p:spPr/>
        <p:txBody>
          <a:bodyPr/>
          <a:lstStyle/>
          <a:p>
            <a:fld id="{AE311D09-C3D9-45E8-99CE-78E12234EEAD}" type="slidenum">
              <a:rPr lang="en-US" smtClean="0"/>
              <a:pPr/>
              <a:t>10</a:t>
            </a:fld>
            <a:endParaRPr lang="en-US" dirty="0"/>
          </a:p>
        </p:txBody>
      </p:sp>
    </p:spTree>
    <p:extLst>
      <p:ext uri="{BB962C8B-B14F-4D97-AF65-F5344CB8AC3E}">
        <p14:creationId xmlns:p14="http://schemas.microsoft.com/office/powerpoint/2010/main" val="27021363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F9C1014-E1EB-4366-7FA3-B94B21ABD753}"/>
              </a:ext>
            </a:extLst>
          </p:cNvPr>
          <p:cNvSpPr>
            <a:spLocks noGrp="1"/>
          </p:cNvSpPr>
          <p:nvPr>
            <p:ph sz="half" idx="2"/>
          </p:nvPr>
        </p:nvSpPr>
        <p:spPr/>
        <p:txBody>
          <a:bodyPr/>
          <a:lstStyle/>
          <a:p>
            <a:r>
              <a:rPr lang="en-US" dirty="0"/>
              <a:t>Documenting an architecture is a matter of documenting the relevant views and then adding documentation that applies to more than one view.</a:t>
            </a:r>
          </a:p>
          <a:p>
            <a:r>
              <a:rPr lang="en-US" dirty="0"/>
              <a:t>Different views expose different quality attributes to different degrees.</a:t>
            </a:r>
          </a:p>
          <a:p>
            <a:r>
              <a:rPr lang="en-US" dirty="0"/>
              <a:t>The views you should document depend on the uses you expect to make of the documentation.</a:t>
            </a:r>
          </a:p>
          <a:p>
            <a:r>
              <a:rPr lang="en-US" dirty="0"/>
              <a:t>Each view has a cost and a benefit, and you should ensure that the expected benefits outweigh the costs.</a:t>
            </a:r>
          </a:p>
          <a:p>
            <a:r>
              <a:rPr lang="en-US" dirty="0"/>
              <a:t>Module views, C&amp;C views, and allocation views are the appropriate mechanism for representing different design patterns.</a:t>
            </a:r>
          </a:p>
          <a:p>
            <a:r>
              <a:rPr lang="en-US" dirty="0"/>
              <a:t>The choice and number of views should be guided by the documentation's intended purpose, quality concerns, and architectural patterns.</a:t>
            </a:r>
            <a:endParaRPr lang="en-US" b="1" dirty="0"/>
          </a:p>
        </p:txBody>
      </p:sp>
      <p:sp>
        <p:nvSpPr>
          <p:cNvPr id="3" name="Title 2">
            <a:extLst>
              <a:ext uri="{FF2B5EF4-FFF2-40B4-BE49-F238E27FC236}">
                <a16:creationId xmlns:a16="http://schemas.microsoft.com/office/drawing/2014/main" id="{892B3E67-1F0F-489D-34F4-E1C1B6D52621}"/>
              </a:ext>
            </a:extLst>
          </p:cNvPr>
          <p:cNvSpPr>
            <a:spLocks noGrp="1"/>
          </p:cNvSpPr>
          <p:nvPr>
            <p:ph type="title"/>
          </p:nvPr>
        </p:nvSpPr>
        <p:spPr/>
        <p:txBody>
          <a:bodyPr/>
          <a:lstStyle/>
          <a:p>
            <a:r>
              <a:rPr lang="en-US" dirty="0"/>
              <a:t>Views</a:t>
            </a:r>
          </a:p>
        </p:txBody>
      </p:sp>
      <p:sp>
        <p:nvSpPr>
          <p:cNvPr id="4" name="Slide Number Placeholder 3">
            <a:extLst>
              <a:ext uri="{FF2B5EF4-FFF2-40B4-BE49-F238E27FC236}">
                <a16:creationId xmlns:a16="http://schemas.microsoft.com/office/drawing/2014/main" id="{E6302A38-A317-3408-B033-80E947012044}"/>
              </a:ext>
            </a:extLst>
          </p:cNvPr>
          <p:cNvSpPr>
            <a:spLocks noGrp="1"/>
          </p:cNvSpPr>
          <p:nvPr>
            <p:ph type="sldNum" sz="quarter" idx="10"/>
          </p:nvPr>
        </p:nvSpPr>
        <p:spPr/>
        <p:txBody>
          <a:bodyPr/>
          <a:lstStyle/>
          <a:p>
            <a:fld id="{AE311D09-C3D9-45E8-99CE-78E12234EEAD}" type="slidenum">
              <a:rPr lang="en-US" smtClean="0"/>
              <a:pPr/>
              <a:t>11</a:t>
            </a:fld>
            <a:endParaRPr lang="en-US" dirty="0"/>
          </a:p>
        </p:txBody>
      </p:sp>
    </p:spTree>
    <p:extLst>
      <p:ext uri="{BB962C8B-B14F-4D97-AF65-F5344CB8AC3E}">
        <p14:creationId xmlns:p14="http://schemas.microsoft.com/office/powerpoint/2010/main" val="13066222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1637D1D-49DB-5F38-E620-99BDCEAFB07E}"/>
              </a:ext>
            </a:extLst>
          </p:cNvPr>
          <p:cNvSpPr>
            <a:spLocks noGrp="1"/>
          </p:cNvSpPr>
          <p:nvPr>
            <p:ph sz="half" idx="2"/>
          </p:nvPr>
        </p:nvSpPr>
        <p:spPr/>
        <p:txBody>
          <a:bodyPr/>
          <a:lstStyle/>
          <a:p>
            <a:r>
              <a:rPr lang="en-US" dirty="0"/>
              <a:t>A module is an implementation unit that provides a coherent set of responsibilities.</a:t>
            </a:r>
          </a:p>
          <a:p>
            <a:r>
              <a:rPr lang="en-US" dirty="0"/>
              <a:t>Module views document static structures and help with understanding code structure, planning work, and ensuring modifiability.</a:t>
            </a:r>
          </a:p>
          <a:p>
            <a:r>
              <a:rPr lang="en-US" dirty="0"/>
              <a:t>Example module views are decomposition, uses, and layers.</a:t>
            </a:r>
          </a:p>
          <a:p>
            <a:r>
              <a:rPr lang="en-US" dirty="0"/>
              <a:t>The way in which a system’s software is decomposed into manageable units remains one of the important forms of system structure.</a:t>
            </a:r>
          </a:p>
          <a:p>
            <a:r>
              <a:rPr lang="en-US" dirty="0"/>
              <a:t>The documentation of any software architecture is unlikely to be complete without at least one module view.</a:t>
            </a:r>
          </a:p>
        </p:txBody>
      </p:sp>
      <p:sp>
        <p:nvSpPr>
          <p:cNvPr id="3" name="Title 2">
            <a:extLst>
              <a:ext uri="{FF2B5EF4-FFF2-40B4-BE49-F238E27FC236}">
                <a16:creationId xmlns:a16="http://schemas.microsoft.com/office/drawing/2014/main" id="{C440F229-B78F-24C4-C20D-682229D4445B}"/>
              </a:ext>
            </a:extLst>
          </p:cNvPr>
          <p:cNvSpPr>
            <a:spLocks noGrp="1"/>
          </p:cNvSpPr>
          <p:nvPr>
            <p:ph type="title"/>
          </p:nvPr>
        </p:nvSpPr>
        <p:spPr/>
        <p:txBody>
          <a:bodyPr/>
          <a:lstStyle/>
          <a:p>
            <a:r>
              <a:rPr lang="en-US" dirty="0"/>
              <a:t>Module Views</a:t>
            </a:r>
          </a:p>
        </p:txBody>
      </p:sp>
      <p:sp>
        <p:nvSpPr>
          <p:cNvPr id="4" name="Slide Number Placeholder 3">
            <a:extLst>
              <a:ext uri="{FF2B5EF4-FFF2-40B4-BE49-F238E27FC236}">
                <a16:creationId xmlns:a16="http://schemas.microsoft.com/office/drawing/2014/main" id="{733927ED-CCBB-8652-4BFC-225131DE12BF}"/>
              </a:ext>
            </a:extLst>
          </p:cNvPr>
          <p:cNvSpPr>
            <a:spLocks noGrp="1"/>
          </p:cNvSpPr>
          <p:nvPr>
            <p:ph type="sldNum" sz="quarter" idx="10"/>
          </p:nvPr>
        </p:nvSpPr>
        <p:spPr/>
        <p:txBody>
          <a:bodyPr/>
          <a:lstStyle/>
          <a:p>
            <a:fld id="{AE311D09-C3D9-45E8-99CE-78E12234EEAD}" type="slidenum">
              <a:rPr lang="en-US" smtClean="0"/>
              <a:pPr/>
              <a:t>12</a:t>
            </a:fld>
            <a:endParaRPr lang="en-US" dirty="0"/>
          </a:p>
        </p:txBody>
      </p:sp>
    </p:spTree>
    <p:extLst>
      <p:ext uri="{BB962C8B-B14F-4D97-AF65-F5344CB8AC3E}">
        <p14:creationId xmlns:p14="http://schemas.microsoft.com/office/powerpoint/2010/main" val="18866371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55745DC-91FF-545D-F20C-5FAB25561763}"/>
              </a:ext>
            </a:extLst>
          </p:cNvPr>
          <p:cNvSpPr>
            <a:spLocks noGrp="1"/>
          </p:cNvSpPr>
          <p:nvPr>
            <p:ph sz="half" idx="2"/>
          </p:nvPr>
        </p:nvSpPr>
        <p:spPr/>
        <p:txBody>
          <a:bodyPr/>
          <a:lstStyle/>
          <a:p>
            <a:r>
              <a:rPr lang="en-US" dirty="0"/>
              <a:t>Properties of modules that help to guide implementation or are input into analysis should be recorded as part of the supporting documentation for a module view.</a:t>
            </a:r>
          </a:p>
          <a:p>
            <a:r>
              <a:rPr lang="en-US" dirty="0"/>
              <a:t>A module view can be used to explain the system’s functionality to someone not familiar with it.</a:t>
            </a:r>
          </a:p>
          <a:p>
            <a:r>
              <a:rPr lang="en-US" dirty="0"/>
              <a:t>It is difficult to use the module views to make inferences about runtime behavior.</a:t>
            </a:r>
          </a:p>
          <a:p>
            <a:r>
              <a:rPr lang="en-US" dirty="0"/>
              <a:t>Example properties include responsibilities, visibility information (what other modules can use it), and revision history.</a:t>
            </a:r>
          </a:p>
        </p:txBody>
      </p:sp>
      <p:sp>
        <p:nvSpPr>
          <p:cNvPr id="3" name="Title 2">
            <a:extLst>
              <a:ext uri="{FF2B5EF4-FFF2-40B4-BE49-F238E27FC236}">
                <a16:creationId xmlns:a16="http://schemas.microsoft.com/office/drawing/2014/main" id="{0F344EFD-8E1B-16A5-6105-37F5C03859F3}"/>
              </a:ext>
            </a:extLst>
          </p:cNvPr>
          <p:cNvSpPr>
            <a:spLocks noGrp="1"/>
          </p:cNvSpPr>
          <p:nvPr>
            <p:ph type="title"/>
          </p:nvPr>
        </p:nvSpPr>
        <p:spPr/>
        <p:txBody>
          <a:bodyPr/>
          <a:lstStyle/>
          <a:p>
            <a:r>
              <a:rPr lang="en-US" dirty="0"/>
              <a:t>Module Views</a:t>
            </a:r>
          </a:p>
        </p:txBody>
      </p:sp>
      <p:sp>
        <p:nvSpPr>
          <p:cNvPr id="4" name="Slide Number Placeholder 3">
            <a:extLst>
              <a:ext uri="{FF2B5EF4-FFF2-40B4-BE49-F238E27FC236}">
                <a16:creationId xmlns:a16="http://schemas.microsoft.com/office/drawing/2014/main" id="{E939A31F-FBFD-7E7C-683B-DD5E428F9E2D}"/>
              </a:ext>
            </a:extLst>
          </p:cNvPr>
          <p:cNvSpPr>
            <a:spLocks noGrp="1"/>
          </p:cNvSpPr>
          <p:nvPr>
            <p:ph type="sldNum" sz="quarter" idx="10"/>
          </p:nvPr>
        </p:nvSpPr>
        <p:spPr/>
        <p:txBody>
          <a:bodyPr/>
          <a:lstStyle/>
          <a:p>
            <a:fld id="{AE311D09-C3D9-45E8-99CE-78E12234EEAD}" type="slidenum">
              <a:rPr lang="en-US" smtClean="0"/>
              <a:pPr/>
              <a:t>13</a:t>
            </a:fld>
            <a:endParaRPr lang="en-US" dirty="0"/>
          </a:p>
        </p:txBody>
      </p:sp>
    </p:spTree>
    <p:extLst>
      <p:ext uri="{BB962C8B-B14F-4D97-AF65-F5344CB8AC3E}">
        <p14:creationId xmlns:p14="http://schemas.microsoft.com/office/powerpoint/2010/main" val="24925468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DE438B4A-E633-C5CB-82F1-944D5C9504E3}"/>
              </a:ext>
            </a:extLst>
          </p:cNvPr>
          <p:cNvPicPr>
            <a:picLocks noGrp="1" noChangeAspect="1"/>
          </p:cNvPicPr>
          <p:nvPr>
            <p:ph type="pic" sz="quarter" idx="11"/>
          </p:nvPr>
        </p:nvPicPr>
        <p:blipFill rotWithShape="1">
          <a:blip r:embed="rId2">
            <a:extLst>
              <a:ext uri="{28A0092B-C50C-407E-A947-70E740481C1C}">
                <a14:useLocalDpi xmlns:a14="http://schemas.microsoft.com/office/drawing/2010/main" val="0"/>
              </a:ext>
            </a:extLst>
          </a:blip>
          <a:srcRect t="-8296" b="-8296"/>
          <a:stretch>
            <a:fillRect/>
          </a:stretch>
        </p:blipFill>
        <p:spPr/>
      </p:pic>
      <p:sp>
        <p:nvSpPr>
          <p:cNvPr id="3" name="Text Placeholder 2">
            <a:extLst>
              <a:ext uri="{FF2B5EF4-FFF2-40B4-BE49-F238E27FC236}">
                <a16:creationId xmlns:a16="http://schemas.microsoft.com/office/drawing/2014/main" id="{6A9A881B-7E59-E6E1-212B-DD0ED1FD3D41}"/>
              </a:ext>
            </a:extLst>
          </p:cNvPr>
          <p:cNvSpPr>
            <a:spLocks noGrp="1"/>
          </p:cNvSpPr>
          <p:nvPr>
            <p:ph type="body" sz="quarter" idx="12"/>
          </p:nvPr>
        </p:nvSpPr>
        <p:spPr/>
        <p:txBody>
          <a:bodyPr/>
          <a:lstStyle/>
          <a:p>
            <a:r>
              <a:rPr lang="en-US" dirty="0"/>
              <a:t>The above picture summarizes the characteristics of module views.</a:t>
            </a:r>
          </a:p>
        </p:txBody>
      </p:sp>
      <p:sp>
        <p:nvSpPr>
          <p:cNvPr id="4" name="Slide Number Placeholder 3">
            <a:extLst>
              <a:ext uri="{FF2B5EF4-FFF2-40B4-BE49-F238E27FC236}">
                <a16:creationId xmlns:a16="http://schemas.microsoft.com/office/drawing/2014/main" id="{E7CFACF3-03F1-7497-A00A-0970F8BBE49D}"/>
              </a:ext>
            </a:extLst>
          </p:cNvPr>
          <p:cNvSpPr>
            <a:spLocks noGrp="1"/>
          </p:cNvSpPr>
          <p:nvPr>
            <p:ph type="sldNum" sz="quarter" idx="13"/>
          </p:nvPr>
        </p:nvSpPr>
        <p:spPr/>
        <p:txBody>
          <a:bodyPr/>
          <a:lstStyle/>
          <a:p>
            <a:fld id="{AE311D09-C3D9-45E8-99CE-78E12234EEAD}" type="slidenum">
              <a:rPr lang="en-US" smtClean="0"/>
              <a:pPr/>
              <a:t>14</a:t>
            </a:fld>
            <a:endParaRPr lang="en-US" dirty="0"/>
          </a:p>
        </p:txBody>
      </p:sp>
    </p:spTree>
    <p:extLst>
      <p:ext uri="{BB962C8B-B14F-4D97-AF65-F5344CB8AC3E}">
        <p14:creationId xmlns:p14="http://schemas.microsoft.com/office/powerpoint/2010/main" val="311023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193A73D-5F7F-D64A-9934-69A34700CD4D}"/>
              </a:ext>
            </a:extLst>
          </p:cNvPr>
          <p:cNvSpPr>
            <a:spLocks noGrp="1"/>
          </p:cNvSpPr>
          <p:nvPr>
            <p:ph sz="half" idx="2"/>
          </p:nvPr>
        </p:nvSpPr>
        <p:spPr/>
        <p:txBody>
          <a:bodyPr/>
          <a:lstStyle/>
          <a:p>
            <a:r>
              <a:rPr lang="en-US" dirty="0"/>
              <a:t>C&amp;C views show elements that have some runtime presence, such as processes, services, objects, clients, servers, and data stores.</a:t>
            </a:r>
          </a:p>
          <a:p>
            <a:r>
              <a:rPr lang="en-US" dirty="0"/>
              <a:t>Interactions are represented as connectors in C&amp;C views.</a:t>
            </a:r>
          </a:p>
          <a:p>
            <a:r>
              <a:rPr lang="en-US" dirty="0"/>
              <a:t>The primary relation within a C&amp;C view is attachment.</a:t>
            </a:r>
          </a:p>
          <a:p>
            <a:r>
              <a:rPr lang="en-US" dirty="0"/>
              <a:t>Connectors embody a protocol of interaction.</a:t>
            </a:r>
          </a:p>
          <a:p>
            <a:r>
              <a:rPr lang="en-US" dirty="0"/>
              <a:t>An element (component or connector) of a C&amp;C view will have various properties associated with it.</a:t>
            </a:r>
          </a:p>
          <a:p>
            <a:r>
              <a:rPr lang="en-US" dirty="0"/>
              <a:t>C&amp;C views are commonly used to show developers and other stakeholders how the system works.</a:t>
            </a:r>
          </a:p>
        </p:txBody>
      </p:sp>
      <p:sp>
        <p:nvSpPr>
          <p:cNvPr id="3" name="Title 2">
            <a:extLst>
              <a:ext uri="{FF2B5EF4-FFF2-40B4-BE49-F238E27FC236}">
                <a16:creationId xmlns:a16="http://schemas.microsoft.com/office/drawing/2014/main" id="{7B7DDC31-E0F6-F325-8840-680D8F218D4C}"/>
              </a:ext>
            </a:extLst>
          </p:cNvPr>
          <p:cNvSpPr>
            <a:spLocks noGrp="1"/>
          </p:cNvSpPr>
          <p:nvPr>
            <p:ph type="title"/>
          </p:nvPr>
        </p:nvSpPr>
        <p:spPr/>
        <p:txBody>
          <a:bodyPr/>
          <a:lstStyle/>
          <a:p>
            <a:r>
              <a:rPr lang="en-US" dirty="0"/>
              <a:t>C&amp;C Views</a:t>
            </a:r>
          </a:p>
        </p:txBody>
      </p:sp>
      <p:sp>
        <p:nvSpPr>
          <p:cNvPr id="4" name="Slide Number Placeholder 3">
            <a:extLst>
              <a:ext uri="{FF2B5EF4-FFF2-40B4-BE49-F238E27FC236}">
                <a16:creationId xmlns:a16="http://schemas.microsoft.com/office/drawing/2014/main" id="{ED962F80-6A07-3D2D-BD8E-54DCFF9FCDAF}"/>
              </a:ext>
            </a:extLst>
          </p:cNvPr>
          <p:cNvSpPr>
            <a:spLocks noGrp="1"/>
          </p:cNvSpPr>
          <p:nvPr>
            <p:ph type="sldNum" sz="quarter" idx="10"/>
          </p:nvPr>
        </p:nvSpPr>
        <p:spPr/>
        <p:txBody>
          <a:bodyPr/>
          <a:lstStyle/>
          <a:p>
            <a:fld id="{AE311D09-C3D9-45E8-99CE-78E12234EEAD}" type="slidenum">
              <a:rPr lang="en-US" smtClean="0"/>
              <a:pPr/>
              <a:t>15</a:t>
            </a:fld>
            <a:endParaRPr lang="en-US" dirty="0"/>
          </a:p>
        </p:txBody>
      </p:sp>
    </p:spTree>
    <p:extLst>
      <p:ext uri="{BB962C8B-B14F-4D97-AF65-F5344CB8AC3E}">
        <p14:creationId xmlns:p14="http://schemas.microsoft.com/office/powerpoint/2010/main" val="21418202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8E1F654-3247-190D-05E6-2E584FDB83F1}"/>
              </a:ext>
            </a:extLst>
          </p:cNvPr>
          <p:cNvSpPr>
            <a:spLocks noGrp="1"/>
          </p:cNvSpPr>
          <p:nvPr>
            <p:ph sz="half" idx="2"/>
          </p:nvPr>
        </p:nvSpPr>
        <p:spPr/>
        <p:txBody>
          <a:bodyPr/>
          <a:lstStyle/>
          <a:p>
            <a:r>
              <a:rPr lang="en-US" dirty="0"/>
              <a:t>C&amp;C views are also used to reason about runtime system quality attributes, such as performance and availability.</a:t>
            </a:r>
          </a:p>
          <a:p>
            <a:r>
              <a:rPr lang="en-US" dirty="0"/>
              <a:t>Example C&amp;C views include client-server, microservice, and communicating processes.</a:t>
            </a:r>
          </a:p>
          <a:p>
            <a:r>
              <a:rPr lang="en-US" dirty="0"/>
              <a:t>Simple examples of connectors include service invocation, asynchronous message queues, event multicast, and pipes.</a:t>
            </a:r>
          </a:p>
          <a:p>
            <a:r>
              <a:rPr lang="en-US" dirty="0"/>
              <a:t>Example properties: Reliability, Performance, Resource requirements, Functionality, Security, Concurrency, Runtime extensibility.</a:t>
            </a:r>
          </a:p>
        </p:txBody>
      </p:sp>
      <p:sp>
        <p:nvSpPr>
          <p:cNvPr id="3" name="Title 2">
            <a:extLst>
              <a:ext uri="{FF2B5EF4-FFF2-40B4-BE49-F238E27FC236}">
                <a16:creationId xmlns:a16="http://schemas.microsoft.com/office/drawing/2014/main" id="{9B4E4ECA-50E4-27AC-5E95-ECB3A126DA0F}"/>
              </a:ext>
            </a:extLst>
          </p:cNvPr>
          <p:cNvSpPr>
            <a:spLocks noGrp="1"/>
          </p:cNvSpPr>
          <p:nvPr>
            <p:ph type="title"/>
          </p:nvPr>
        </p:nvSpPr>
        <p:spPr/>
        <p:txBody>
          <a:bodyPr/>
          <a:lstStyle/>
          <a:p>
            <a:r>
              <a:rPr lang="en-US" dirty="0"/>
              <a:t>C&amp;C Views</a:t>
            </a:r>
          </a:p>
        </p:txBody>
      </p:sp>
      <p:sp>
        <p:nvSpPr>
          <p:cNvPr id="4" name="Slide Number Placeholder 3">
            <a:extLst>
              <a:ext uri="{FF2B5EF4-FFF2-40B4-BE49-F238E27FC236}">
                <a16:creationId xmlns:a16="http://schemas.microsoft.com/office/drawing/2014/main" id="{9B71811D-B649-F928-51BD-9F79E3EEAB4F}"/>
              </a:ext>
            </a:extLst>
          </p:cNvPr>
          <p:cNvSpPr>
            <a:spLocks noGrp="1"/>
          </p:cNvSpPr>
          <p:nvPr>
            <p:ph type="sldNum" sz="quarter" idx="10"/>
          </p:nvPr>
        </p:nvSpPr>
        <p:spPr/>
        <p:txBody>
          <a:bodyPr/>
          <a:lstStyle/>
          <a:p>
            <a:fld id="{AE311D09-C3D9-45E8-99CE-78E12234EEAD}" type="slidenum">
              <a:rPr lang="en-US" smtClean="0"/>
              <a:pPr/>
              <a:t>16</a:t>
            </a:fld>
            <a:endParaRPr lang="en-US" dirty="0"/>
          </a:p>
        </p:txBody>
      </p:sp>
    </p:spTree>
    <p:extLst>
      <p:ext uri="{BB962C8B-B14F-4D97-AF65-F5344CB8AC3E}">
        <p14:creationId xmlns:p14="http://schemas.microsoft.com/office/powerpoint/2010/main" val="620949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9E50874-7C64-47F5-0546-81B46C82DDB1}"/>
              </a:ext>
            </a:extLst>
          </p:cNvPr>
          <p:cNvSpPr>
            <a:spLocks noGrp="1"/>
          </p:cNvSpPr>
          <p:nvPr>
            <p:ph sz="half" idx="2"/>
          </p:nvPr>
        </p:nvSpPr>
        <p:spPr/>
        <p:txBody>
          <a:bodyPr/>
          <a:lstStyle/>
          <a:p>
            <a:r>
              <a:rPr lang="en-US" dirty="0"/>
              <a:t>Allocation views describe how software elements are mapped to environmental elements such as hardware, operating systems, files, or teams.</a:t>
            </a:r>
          </a:p>
          <a:p>
            <a:r>
              <a:rPr lang="en-US" dirty="0"/>
              <a:t>The software elements come from a module or C&amp;C view.</a:t>
            </a:r>
          </a:p>
          <a:p>
            <a:r>
              <a:rPr lang="en-US" dirty="0"/>
              <a:t>The relation in an allocation view is allocated-to.</a:t>
            </a:r>
          </a:p>
          <a:p>
            <a:r>
              <a:rPr lang="en-US" dirty="0"/>
              <a:t>A single software element can be allocated to multiple environmental elements, and multiple software elements can be allocated to a single environmental element.</a:t>
            </a:r>
          </a:p>
          <a:p>
            <a:r>
              <a:rPr lang="en-US" dirty="0"/>
              <a:t>Software elements and environmental elements have properties in allocation views.</a:t>
            </a:r>
          </a:p>
        </p:txBody>
      </p:sp>
      <p:sp>
        <p:nvSpPr>
          <p:cNvPr id="3" name="Title 2">
            <a:extLst>
              <a:ext uri="{FF2B5EF4-FFF2-40B4-BE49-F238E27FC236}">
                <a16:creationId xmlns:a16="http://schemas.microsoft.com/office/drawing/2014/main" id="{5308D7F6-3B4F-AD40-202D-3E8C6269D024}"/>
              </a:ext>
            </a:extLst>
          </p:cNvPr>
          <p:cNvSpPr>
            <a:spLocks noGrp="1"/>
          </p:cNvSpPr>
          <p:nvPr>
            <p:ph type="title"/>
          </p:nvPr>
        </p:nvSpPr>
        <p:spPr/>
        <p:txBody>
          <a:bodyPr/>
          <a:lstStyle/>
          <a:p>
            <a:r>
              <a:rPr lang="en-US" dirty="0"/>
              <a:t>Allocation Views</a:t>
            </a:r>
          </a:p>
        </p:txBody>
      </p:sp>
      <p:sp>
        <p:nvSpPr>
          <p:cNvPr id="4" name="Slide Number Placeholder 3">
            <a:extLst>
              <a:ext uri="{FF2B5EF4-FFF2-40B4-BE49-F238E27FC236}">
                <a16:creationId xmlns:a16="http://schemas.microsoft.com/office/drawing/2014/main" id="{885B96F2-AD49-773C-3E15-50EE2CBFF5F1}"/>
              </a:ext>
            </a:extLst>
          </p:cNvPr>
          <p:cNvSpPr>
            <a:spLocks noGrp="1"/>
          </p:cNvSpPr>
          <p:nvPr>
            <p:ph type="sldNum" sz="quarter" idx="10"/>
          </p:nvPr>
        </p:nvSpPr>
        <p:spPr/>
        <p:txBody>
          <a:bodyPr/>
          <a:lstStyle/>
          <a:p>
            <a:fld id="{AE311D09-C3D9-45E8-99CE-78E12234EEAD}" type="slidenum">
              <a:rPr lang="en-US" smtClean="0"/>
              <a:pPr/>
              <a:t>17</a:t>
            </a:fld>
            <a:endParaRPr lang="en-US" dirty="0"/>
          </a:p>
        </p:txBody>
      </p:sp>
    </p:spTree>
    <p:extLst>
      <p:ext uri="{BB962C8B-B14F-4D97-AF65-F5344CB8AC3E}">
        <p14:creationId xmlns:p14="http://schemas.microsoft.com/office/powerpoint/2010/main" val="32247914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7E1491C-7E04-8A7D-FF0D-1F2028A8F72B}"/>
              </a:ext>
            </a:extLst>
          </p:cNvPr>
          <p:cNvSpPr>
            <a:spLocks noGrp="1"/>
          </p:cNvSpPr>
          <p:nvPr>
            <p:ph sz="half" idx="2"/>
          </p:nvPr>
        </p:nvSpPr>
        <p:spPr/>
        <p:txBody>
          <a:bodyPr/>
          <a:lstStyle/>
          <a:p>
            <a:r>
              <a:rPr lang="en-US" dirty="0"/>
              <a:t>One goal of an allocation view is to compare the properties required by the software element with the properties provided by the environmental elements to determine whether the allocation will be successful.</a:t>
            </a:r>
          </a:p>
          <a:p>
            <a:r>
              <a:rPr lang="en-US" dirty="0"/>
              <a:t>Allocation views can depict either static or dynamic views.</a:t>
            </a:r>
          </a:p>
          <a:p>
            <a:r>
              <a:rPr lang="en-US" dirty="0"/>
              <a:t>A static view illustrates a fixed allocation of resources in an environment.</a:t>
            </a:r>
          </a:p>
          <a:p>
            <a:r>
              <a:rPr lang="en-US" dirty="0"/>
              <a:t>A dynamic view shows the conditions and the triggers for which allocation of resources changes.</a:t>
            </a:r>
          </a:p>
          <a:p>
            <a:pPr lvl="1"/>
            <a:r>
              <a:rPr lang="en-US" dirty="0"/>
              <a:t>For example, some systems provision and utilize new resources as their loads increase. An example is a load-balancing system in which new processes or threads are created on another machine. </a:t>
            </a:r>
          </a:p>
        </p:txBody>
      </p:sp>
      <p:sp>
        <p:nvSpPr>
          <p:cNvPr id="3" name="Title 2">
            <a:extLst>
              <a:ext uri="{FF2B5EF4-FFF2-40B4-BE49-F238E27FC236}">
                <a16:creationId xmlns:a16="http://schemas.microsoft.com/office/drawing/2014/main" id="{725919F1-4013-769A-D910-D1DE05A85453}"/>
              </a:ext>
            </a:extLst>
          </p:cNvPr>
          <p:cNvSpPr>
            <a:spLocks noGrp="1"/>
          </p:cNvSpPr>
          <p:nvPr>
            <p:ph type="title"/>
          </p:nvPr>
        </p:nvSpPr>
        <p:spPr/>
        <p:txBody>
          <a:bodyPr/>
          <a:lstStyle/>
          <a:p>
            <a:r>
              <a:rPr lang="en-US" dirty="0"/>
              <a:t>Allocation Views</a:t>
            </a:r>
          </a:p>
        </p:txBody>
      </p:sp>
      <p:sp>
        <p:nvSpPr>
          <p:cNvPr id="4" name="Slide Number Placeholder 3">
            <a:extLst>
              <a:ext uri="{FF2B5EF4-FFF2-40B4-BE49-F238E27FC236}">
                <a16:creationId xmlns:a16="http://schemas.microsoft.com/office/drawing/2014/main" id="{C9BD43DC-1A44-AA47-9C10-226171A48FD3}"/>
              </a:ext>
            </a:extLst>
          </p:cNvPr>
          <p:cNvSpPr>
            <a:spLocks noGrp="1"/>
          </p:cNvSpPr>
          <p:nvPr>
            <p:ph type="sldNum" sz="quarter" idx="10"/>
          </p:nvPr>
        </p:nvSpPr>
        <p:spPr/>
        <p:txBody>
          <a:bodyPr/>
          <a:lstStyle/>
          <a:p>
            <a:fld id="{AE311D09-C3D9-45E8-99CE-78E12234EEAD}" type="slidenum">
              <a:rPr lang="en-US" smtClean="0"/>
              <a:pPr/>
              <a:t>18</a:t>
            </a:fld>
            <a:endParaRPr lang="en-US" dirty="0"/>
          </a:p>
        </p:txBody>
      </p:sp>
    </p:spTree>
    <p:extLst>
      <p:ext uri="{BB962C8B-B14F-4D97-AF65-F5344CB8AC3E}">
        <p14:creationId xmlns:p14="http://schemas.microsoft.com/office/powerpoint/2010/main" val="21298310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1889FCA-5DAA-5B1B-AC65-1C0F7B60549F}"/>
              </a:ext>
            </a:extLst>
          </p:cNvPr>
          <p:cNvSpPr>
            <a:spLocks noGrp="1"/>
          </p:cNvSpPr>
          <p:nvPr>
            <p:ph sz="half" idx="2"/>
          </p:nvPr>
        </p:nvSpPr>
        <p:spPr/>
        <p:txBody>
          <a:bodyPr/>
          <a:lstStyle/>
          <a:p>
            <a:r>
              <a:rPr lang="en-US" dirty="0"/>
              <a:t>Structural views guide implementation, but when quality attributes are pervasive, tailored quality views may better communicate architectural solutions.</a:t>
            </a:r>
          </a:p>
          <a:p>
            <a:r>
              <a:rPr lang="en-US" dirty="0"/>
              <a:t>Module, C&amp;C, and allocation views are all structural views: They primarily show the structures that the architect has designed into the architecture to satisfy functional and quality attribute requirements.</a:t>
            </a:r>
          </a:p>
          <a:p>
            <a:r>
              <a:rPr lang="en-US" dirty="0"/>
              <a:t>In systems where certain quality attributes are particularly important and pervasive, structural views may not be the best way to present the architectural solution.</a:t>
            </a:r>
          </a:p>
          <a:p>
            <a:r>
              <a:rPr lang="en-US" dirty="0"/>
              <a:t>Quality views are formed by extracting the relevant pieces of structural views and packaging them together.</a:t>
            </a:r>
          </a:p>
        </p:txBody>
      </p:sp>
      <p:sp>
        <p:nvSpPr>
          <p:cNvPr id="3" name="Title 2">
            <a:extLst>
              <a:ext uri="{FF2B5EF4-FFF2-40B4-BE49-F238E27FC236}">
                <a16:creationId xmlns:a16="http://schemas.microsoft.com/office/drawing/2014/main" id="{230BEF31-1E61-F36C-A87D-45719A99B5C8}"/>
              </a:ext>
            </a:extLst>
          </p:cNvPr>
          <p:cNvSpPr>
            <a:spLocks noGrp="1"/>
          </p:cNvSpPr>
          <p:nvPr>
            <p:ph type="title"/>
          </p:nvPr>
        </p:nvSpPr>
        <p:spPr/>
        <p:txBody>
          <a:bodyPr/>
          <a:lstStyle/>
          <a:p>
            <a:r>
              <a:rPr lang="en-US" dirty="0"/>
              <a:t>Quality Views</a:t>
            </a:r>
          </a:p>
        </p:txBody>
      </p:sp>
      <p:sp>
        <p:nvSpPr>
          <p:cNvPr id="4" name="Slide Number Placeholder 3">
            <a:extLst>
              <a:ext uri="{FF2B5EF4-FFF2-40B4-BE49-F238E27FC236}">
                <a16:creationId xmlns:a16="http://schemas.microsoft.com/office/drawing/2014/main" id="{33F0257F-6467-8915-59A5-BCBD93100053}"/>
              </a:ext>
            </a:extLst>
          </p:cNvPr>
          <p:cNvSpPr>
            <a:spLocks noGrp="1"/>
          </p:cNvSpPr>
          <p:nvPr>
            <p:ph type="sldNum" sz="quarter" idx="10"/>
          </p:nvPr>
        </p:nvSpPr>
        <p:spPr/>
        <p:txBody>
          <a:bodyPr/>
          <a:lstStyle/>
          <a:p>
            <a:fld id="{AE311D09-C3D9-45E8-99CE-78E12234EEAD}" type="slidenum">
              <a:rPr lang="en-US" smtClean="0"/>
              <a:pPr/>
              <a:t>19</a:t>
            </a:fld>
            <a:endParaRPr lang="en-US" dirty="0"/>
          </a:p>
        </p:txBody>
      </p:sp>
    </p:spTree>
    <p:extLst>
      <p:ext uri="{BB962C8B-B14F-4D97-AF65-F5344CB8AC3E}">
        <p14:creationId xmlns:p14="http://schemas.microsoft.com/office/powerpoint/2010/main" val="9091127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16FE50F-806E-5C97-C2E7-ACBA7EF5D6F6}"/>
              </a:ext>
            </a:extLst>
          </p:cNvPr>
          <p:cNvSpPr>
            <a:spLocks noGrp="1"/>
          </p:cNvSpPr>
          <p:nvPr>
            <p:ph sz="half" idx="2"/>
          </p:nvPr>
        </p:nvSpPr>
        <p:spPr/>
        <p:txBody>
          <a:bodyPr/>
          <a:lstStyle/>
          <a:p>
            <a:r>
              <a:rPr lang="en-US" b="1" dirty="0"/>
              <a:t>Security view</a:t>
            </a:r>
            <a:r>
              <a:rPr lang="en-US" dirty="0"/>
              <a:t>: Shows architectural security measures, involved components, communication paths, repositories, protocols, and responses to threats.</a:t>
            </a:r>
          </a:p>
          <a:p>
            <a:r>
              <a:rPr lang="en-US" b="1" dirty="0"/>
              <a:t>Communications view</a:t>
            </a:r>
            <a:r>
              <a:rPr lang="en-US" dirty="0"/>
              <a:t>: Shows component-to-component channels, network channels, quality-of-service parameters, and areas of concurrency.</a:t>
            </a:r>
          </a:p>
          <a:p>
            <a:r>
              <a:rPr lang="en-US" b="1" dirty="0"/>
              <a:t>Exception/Error-handling view</a:t>
            </a:r>
            <a:r>
              <a:rPr lang="en-US" dirty="0"/>
              <a:t>: Shows how components detect, report, and resolve errors, and supports root-cause analysis.</a:t>
            </a:r>
          </a:p>
          <a:p>
            <a:r>
              <a:rPr lang="en-US" b="1" dirty="0"/>
              <a:t>Reliability view</a:t>
            </a:r>
            <a:r>
              <a:rPr lang="en-US" dirty="0"/>
              <a:t>: Models mechanisms such as replication, switchover, timing issues, and transaction integrity.</a:t>
            </a:r>
          </a:p>
          <a:p>
            <a:r>
              <a:rPr lang="en-US" b="1" dirty="0"/>
              <a:t>Performance view</a:t>
            </a:r>
            <a:r>
              <a:rPr lang="en-US" dirty="0"/>
              <a:t>: Includes models for traffic, latency, and other performance-relevant aspects.</a:t>
            </a:r>
          </a:p>
        </p:txBody>
      </p:sp>
      <p:sp>
        <p:nvSpPr>
          <p:cNvPr id="3" name="Title 2">
            <a:extLst>
              <a:ext uri="{FF2B5EF4-FFF2-40B4-BE49-F238E27FC236}">
                <a16:creationId xmlns:a16="http://schemas.microsoft.com/office/drawing/2014/main" id="{D5622D94-EC18-C414-200D-1E9E18278FB8}"/>
              </a:ext>
            </a:extLst>
          </p:cNvPr>
          <p:cNvSpPr>
            <a:spLocks noGrp="1"/>
          </p:cNvSpPr>
          <p:nvPr>
            <p:ph type="title"/>
          </p:nvPr>
        </p:nvSpPr>
        <p:spPr/>
        <p:txBody>
          <a:bodyPr/>
          <a:lstStyle/>
          <a:p>
            <a:r>
              <a:rPr lang="en-US" dirty="0"/>
              <a:t>Quality Views: Examples</a:t>
            </a:r>
          </a:p>
        </p:txBody>
      </p:sp>
      <p:sp>
        <p:nvSpPr>
          <p:cNvPr id="4" name="Slide Number Placeholder 3">
            <a:extLst>
              <a:ext uri="{FF2B5EF4-FFF2-40B4-BE49-F238E27FC236}">
                <a16:creationId xmlns:a16="http://schemas.microsoft.com/office/drawing/2014/main" id="{23BE21B3-5151-4957-CF43-994688E71250}"/>
              </a:ext>
            </a:extLst>
          </p:cNvPr>
          <p:cNvSpPr>
            <a:spLocks noGrp="1"/>
          </p:cNvSpPr>
          <p:nvPr>
            <p:ph type="sldNum" sz="quarter" idx="10"/>
          </p:nvPr>
        </p:nvSpPr>
        <p:spPr/>
        <p:txBody>
          <a:bodyPr/>
          <a:lstStyle/>
          <a:p>
            <a:fld id="{AE311D09-C3D9-45E8-99CE-78E12234EEAD}" type="slidenum">
              <a:rPr lang="en-US" smtClean="0"/>
              <a:pPr/>
              <a:t>20</a:t>
            </a:fld>
            <a:endParaRPr lang="en-US" dirty="0"/>
          </a:p>
        </p:txBody>
      </p:sp>
    </p:spTree>
    <p:extLst>
      <p:ext uri="{BB962C8B-B14F-4D97-AF65-F5344CB8AC3E}">
        <p14:creationId xmlns:p14="http://schemas.microsoft.com/office/powerpoint/2010/main" val="39487228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30E3719-577E-082D-BECE-1006F93AD68E}"/>
              </a:ext>
            </a:extLst>
          </p:cNvPr>
          <p:cNvSpPr>
            <a:spLocks noGrp="1"/>
          </p:cNvSpPr>
          <p:nvPr>
            <p:ph sz="half" idx="2"/>
          </p:nvPr>
        </p:nvSpPr>
        <p:spPr/>
        <p:txBody>
          <a:bodyPr/>
          <a:lstStyle/>
          <a:p>
            <a:r>
              <a:rPr lang="en-US" dirty="0"/>
              <a:t>The basic principle of documenting an architecture as a set of separate views brings a divide-and-conquer advantage to the task of documentation.</a:t>
            </a:r>
          </a:p>
          <a:p>
            <a:r>
              <a:rPr lang="en-US" dirty="0"/>
              <a:t>However, because all structures in an architecture are part of the same architecture and exist to achieve a common purpose, many of them have strong associations with each other.</a:t>
            </a:r>
          </a:p>
          <a:p>
            <a:r>
              <a:rPr lang="en-US" dirty="0"/>
              <a:t>While separate views simplify documentation, understanding the system as a whole often requires connecting or combining related views.</a:t>
            </a:r>
          </a:p>
        </p:txBody>
      </p:sp>
      <p:sp>
        <p:nvSpPr>
          <p:cNvPr id="3" name="Title 2">
            <a:extLst>
              <a:ext uri="{FF2B5EF4-FFF2-40B4-BE49-F238E27FC236}">
                <a16:creationId xmlns:a16="http://schemas.microsoft.com/office/drawing/2014/main" id="{6A2C9A9B-14BB-B41A-F169-679D96A40499}"/>
              </a:ext>
            </a:extLst>
          </p:cNvPr>
          <p:cNvSpPr>
            <a:spLocks noGrp="1"/>
          </p:cNvSpPr>
          <p:nvPr>
            <p:ph type="title"/>
          </p:nvPr>
        </p:nvSpPr>
        <p:spPr/>
        <p:txBody>
          <a:bodyPr/>
          <a:lstStyle/>
          <a:p>
            <a:r>
              <a:rPr lang="en-US" dirty="0"/>
              <a:t>Combining Views</a:t>
            </a:r>
          </a:p>
        </p:txBody>
      </p:sp>
      <p:sp>
        <p:nvSpPr>
          <p:cNvPr id="4" name="Slide Number Placeholder 3">
            <a:extLst>
              <a:ext uri="{FF2B5EF4-FFF2-40B4-BE49-F238E27FC236}">
                <a16:creationId xmlns:a16="http://schemas.microsoft.com/office/drawing/2014/main" id="{2D0FEEBC-642D-FF44-EF39-8BE5F119D414}"/>
              </a:ext>
            </a:extLst>
          </p:cNvPr>
          <p:cNvSpPr>
            <a:spLocks noGrp="1"/>
          </p:cNvSpPr>
          <p:nvPr>
            <p:ph type="sldNum" sz="quarter" idx="10"/>
          </p:nvPr>
        </p:nvSpPr>
        <p:spPr/>
        <p:txBody>
          <a:bodyPr/>
          <a:lstStyle/>
          <a:p>
            <a:fld id="{AE311D09-C3D9-45E8-99CE-78E12234EEAD}" type="slidenum">
              <a:rPr lang="en-US" smtClean="0"/>
              <a:pPr/>
              <a:t>21</a:t>
            </a:fld>
            <a:endParaRPr lang="en-US" dirty="0"/>
          </a:p>
        </p:txBody>
      </p:sp>
    </p:spTree>
    <p:extLst>
      <p:ext uri="{BB962C8B-B14F-4D97-AF65-F5344CB8AC3E}">
        <p14:creationId xmlns:p14="http://schemas.microsoft.com/office/powerpoint/2010/main" val="348418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F70636AD-1949-3BE6-5B58-46AB73A10D37}"/>
              </a:ext>
            </a:extLst>
          </p:cNvPr>
          <p:cNvPicPr>
            <a:picLocks noGrp="1" noChangeAspect="1"/>
          </p:cNvPicPr>
          <p:nvPr>
            <p:ph type="pic" sz="quarter" idx="11"/>
          </p:nvPr>
        </p:nvPicPr>
        <p:blipFill rotWithShape="1">
          <a:blip r:embed="rId2">
            <a:extLst>
              <a:ext uri="{28A0092B-C50C-407E-A947-70E740481C1C}">
                <a14:useLocalDpi xmlns:a14="http://schemas.microsoft.com/office/drawing/2010/main" val="0"/>
              </a:ext>
            </a:extLst>
          </a:blip>
          <a:srcRect l="-10982" r="-10982"/>
          <a:stretch>
            <a:fillRect/>
          </a:stretch>
        </p:blipFill>
        <p:spPr/>
      </p:pic>
      <p:sp>
        <p:nvSpPr>
          <p:cNvPr id="3" name="Content Placeholder 2">
            <a:extLst>
              <a:ext uri="{FF2B5EF4-FFF2-40B4-BE49-F238E27FC236}">
                <a16:creationId xmlns:a16="http://schemas.microsoft.com/office/drawing/2014/main" id="{741D9CC7-C0D5-52ED-2A30-373D511C5213}"/>
              </a:ext>
            </a:extLst>
          </p:cNvPr>
          <p:cNvSpPr>
            <a:spLocks noGrp="1"/>
          </p:cNvSpPr>
          <p:nvPr>
            <p:ph sz="half" idx="2"/>
          </p:nvPr>
        </p:nvSpPr>
        <p:spPr/>
        <p:txBody>
          <a:bodyPr/>
          <a:lstStyle/>
          <a:p>
            <a:r>
              <a:rPr lang="en-US" dirty="0"/>
              <a:t>A combined view contains elements and relations that come from two or more other views.</a:t>
            </a:r>
          </a:p>
          <a:p>
            <a:r>
              <a:rPr lang="en-US" dirty="0"/>
              <a:t>This figure  shows an example of a combined view that is an overlay of client-server, multi-tier, and deployment views.</a:t>
            </a:r>
          </a:p>
        </p:txBody>
      </p:sp>
      <p:sp>
        <p:nvSpPr>
          <p:cNvPr id="4" name="Content Placeholder 3">
            <a:extLst>
              <a:ext uri="{FF2B5EF4-FFF2-40B4-BE49-F238E27FC236}">
                <a16:creationId xmlns:a16="http://schemas.microsoft.com/office/drawing/2014/main" id="{6A3AEF97-18A4-2C4D-53A0-CFB75891D54E}"/>
              </a:ext>
            </a:extLst>
          </p:cNvPr>
          <p:cNvSpPr>
            <a:spLocks noGrp="1"/>
          </p:cNvSpPr>
          <p:nvPr>
            <p:ph sz="half" idx="12"/>
          </p:nvPr>
        </p:nvSpPr>
        <p:spPr/>
        <p:txBody>
          <a:bodyPr/>
          <a:lstStyle/>
          <a:p>
            <a:r>
              <a:rPr lang="en-US" dirty="0"/>
              <a:t>This example illustrates how different perspectives can be unified to offer a holistic understanding of system architecture.</a:t>
            </a:r>
          </a:p>
          <a:p>
            <a:endParaRPr lang="en-US" dirty="0"/>
          </a:p>
        </p:txBody>
      </p:sp>
      <p:sp>
        <p:nvSpPr>
          <p:cNvPr id="5" name="Title 4">
            <a:extLst>
              <a:ext uri="{FF2B5EF4-FFF2-40B4-BE49-F238E27FC236}">
                <a16:creationId xmlns:a16="http://schemas.microsoft.com/office/drawing/2014/main" id="{8CF8A634-8065-231C-2B50-A1B08BCE73AC}"/>
              </a:ext>
            </a:extLst>
          </p:cNvPr>
          <p:cNvSpPr>
            <a:spLocks noGrp="1"/>
          </p:cNvSpPr>
          <p:nvPr>
            <p:ph type="title"/>
          </p:nvPr>
        </p:nvSpPr>
        <p:spPr/>
        <p:txBody>
          <a:bodyPr/>
          <a:lstStyle/>
          <a:p>
            <a:r>
              <a:rPr lang="en-US" dirty="0"/>
              <a:t>Combining Views</a:t>
            </a:r>
          </a:p>
        </p:txBody>
      </p:sp>
      <p:sp>
        <p:nvSpPr>
          <p:cNvPr id="6" name="Slide Number Placeholder 5">
            <a:extLst>
              <a:ext uri="{FF2B5EF4-FFF2-40B4-BE49-F238E27FC236}">
                <a16:creationId xmlns:a16="http://schemas.microsoft.com/office/drawing/2014/main" id="{02CDF1CE-C637-BBFE-1BA9-E14CB359CBB1}"/>
              </a:ext>
            </a:extLst>
          </p:cNvPr>
          <p:cNvSpPr>
            <a:spLocks noGrp="1"/>
          </p:cNvSpPr>
          <p:nvPr>
            <p:ph type="sldNum" sz="quarter" idx="13"/>
          </p:nvPr>
        </p:nvSpPr>
        <p:spPr/>
        <p:txBody>
          <a:bodyPr/>
          <a:lstStyle/>
          <a:p>
            <a:fld id="{AE311D09-C3D9-45E8-99CE-78E12234EEAD}" type="slidenum">
              <a:rPr lang="en-US" smtClean="0"/>
              <a:pPr/>
              <a:t>22</a:t>
            </a:fld>
            <a:endParaRPr lang="en-US" dirty="0"/>
          </a:p>
        </p:txBody>
      </p:sp>
    </p:spTree>
    <p:extLst>
      <p:ext uri="{BB962C8B-B14F-4D97-AF65-F5344CB8AC3E}">
        <p14:creationId xmlns:p14="http://schemas.microsoft.com/office/powerpoint/2010/main" val="24762816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885FCF4-18CA-4576-A9B9-D83D1DF1EB5F}"/>
              </a:ext>
            </a:extLst>
          </p:cNvPr>
          <p:cNvSpPr>
            <a:spLocks noGrp="1"/>
          </p:cNvSpPr>
          <p:nvPr>
            <p:ph sz="half" idx="2"/>
          </p:nvPr>
        </p:nvSpPr>
        <p:spPr/>
        <p:txBody>
          <a:bodyPr/>
          <a:lstStyle/>
          <a:p>
            <a:r>
              <a:rPr lang="en-US" dirty="0"/>
              <a:t>Documenting an architecture requires behavior documentation that complements the structural views by describing how architecture elements interact with each other.</a:t>
            </a:r>
          </a:p>
          <a:p>
            <a:r>
              <a:rPr lang="en-US" dirty="0"/>
              <a:t>Reasoning about characteristics such as a system’s potential to deadlock, its ability to complete a task in the desired amount of time, or maximum memory consumption requires information about individual elements and their patterns of interaction.</a:t>
            </a:r>
          </a:p>
          <a:p>
            <a:r>
              <a:rPr lang="en-US" dirty="0"/>
              <a:t>Behavior documentation helps analyze how system components work together under different runtime conditions.</a:t>
            </a:r>
          </a:p>
          <a:p>
            <a:r>
              <a:rPr lang="en-US" dirty="0"/>
              <a:t>Two kinds of notations are available for documenting behavior: </a:t>
            </a:r>
            <a:r>
              <a:rPr lang="en-US" dirty="0">
                <a:solidFill>
                  <a:schemeClr val="accent1"/>
                </a:solidFill>
              </a:rPr>
              <a:t>trace-oriented</a:t>
            </a:r>
            <a:r>
              <a:rPr lang="en-US" dirty="0"/>
              <a:t> and </a:t>
            </a:r>
            <a:r>
              <a:rPr lang="en-US" dirty="0">
                <a:solidFill>
                  <a:schemeClr val="accent1"/>
                </a:solidFill>
              </a:rPr>
              <a:t>comprehensive</a:t>
            </a:r>
            <a:r>
              <a:rPr lang="en-US" dirty="0"/>
              <a:t>.</a:t>
            </a:r>
          </a:p>
          <a:p>
            <a:pPr marL="0" indent="0">
              <a:buNone/>
            </a:pPr>
            <a:endParaRPr lang="en-US" dirty="0"/>
          </a:p>
        </p:txBody>
      </p:sp>
      <p:sp>
        <p:nvSpPr>
          <p:cNvPr id="3" name="Title 2">
            <a:extLst>
              <a:ext uri="{FF2B5EF4-FFF2-40B4-BE49-F238E27FC236}">
                <a16:creationId xmlns:a16="http://schemas.microsoft.com/office/drawing/2014/main" id="{6C51FB09-55E7-180B-B5E4-F740548F5A1B}"/>
              </a:ext>
            </a:extLst>
          </p:cNvPr>
          <p:cNvSpPr>
            <a:spLocks noGrp="1"/>
          </p:cNvSpPr>
          <p:nvPr>
            <p:ph type="title"/>
          </p:nvPr>
        </p:nvSpPr>
        <p:spPr/>
        <p:txBody>
          <a:bodyPr/>
          <a:lstStyle/>
          <a:p>
            <a:r>
              <a:rPr lang="en-US" dirty="0"/>
              <a:t>Documenting Behavior</a:t>
            </a:r>
          </a:p>
        </p:txBody>
      </p:sp>
      <p:sp>
        <p:nvSpPr>
          <p:cNvPr id="4" name="Slide Number Placeholder 3">
            <a:extLst>
              <a:ext uri="{FF2B5EF4-FFF2-40B4-BE49-F238E27FC236}">
                <a16:creationId xmlns:a16="http://schemas.microsoft.com/office/drawing/2014/main" id="{17271BEA-B93B-20EC-2104-2ACA142EF1AC}"/>
              </a:ext>
            </a:extLst>
          </p:cNvPr>
          <p:cNvSpPr>
            <a:spLocks noGrp="1"/>
          </p:cNvSpPr>
          <p:nvPr>
            <p:ph type="sldNum" sz="quarter" idx="10"/>
          </p:nvPr>
        </p:nvSpPr>
        <p:spPr/>
        <p:txBody>
          <a:bodyPr/>
          <a:lstStyle/>
          <a:p>
            <a:fld id="{AE311D09-C3D9-45E8-99CE-78E12234EEAD}" type="slidenum">
              <a:rPr lang="en-US" smtClean="0"/>
              <a:pPr/>
              <a:t>23</a:t>
            </a:fld>
            <a:endParaRPr lang="en-US" dirty="0"/>
          </a:p>
        </p:txBody>
      </p:sp>
    </p:spTree>
    <p:extLst>
      <p:ext uri="{BB962C8B-B14F-4D97-AF65-F5344CB8AC3E}">
        <p14:creationId xmlns:p14="http://schemas.microsoft.com/office/powerpoint/2010/main" val="27541987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74797E5-69ED-3CB3-B054-FD3297332491}"/>
              </a:ext>
            </a:extLst>
          </p:cNvPr>
          <p:cNvSpPr>
            <a:spLocks noGrp="1"/>
          </p:cNvSpPr>
          <p:nvPr>
            <p:ph sz="half" idx="2"/>
          </p:nvPr>
        </p:nvSpPr>
        <p:spPr/>
        <p:txBody>
          <a:bodyPr/>
          <a:lstStyle/>
          <a:p>
            <a:r>
              <a:rPr lang="en-US" dirty="0"/>
              <a:t>Traces are sequences of activities or interactions that describe the system’s response to a specific stimulus when the system is in a specific state.</a:t>
            </a:r>
          </a:p>
          <a:p>
            <a:r>
              <a:rPr lang="en-US" dirty="0"/>
              <a:t>Trace-oriented documentation does not seek to describe all possible behaviors but focuses on specific scenarios.</a:t>
            </a:r>
          </a:p>
          <a:p>
            <a:r>
              <a:rPr lang="en-US" dirty="0"/>
              <a:t>Four common trace-oriented notations are use cases, sequence diagrams, communication diagrams, and activity diagrams.</a:t>
            </a:r>
          </a:p>
        </p:txBody>
      </p:sp>
      <p:sp>
        <p:nvSpPr>
          <p:cNvPr id="3" name="Title 2">
            <a:extLst>
              <a:ext uri="{FF2B5EF4-FFF2-40B4-BE49-F238E27FC236}">
                <a16:creationId xmlns:a16="http://schemas.microsoft.com/office/drawing/2014/main" id="{0CFCE493-6F37-F211-3EAE-052751C44AD4}"/>
              </a:ext>
            </a:extLst>
          </p:cNvPr>
          <p:cNvSpPr>
            <a:spLocks noGrp="1"/>
          </p:cNvSpPr>
          <p:nvPr>
            <p:ph type="title"/>
          </p:nvPr>
        </p:nvSpPr>
        <p:spPr/>
        <p:txBody>
          <a:bodyPr/>
          <a:lstStyle/>
          <a:p>
            <a:r>
              <a:rPr lang="en-US" dirty="0"/>
              <a:t>Trace-Oriented Notation</a:t>
            </a:r>
          </a:p>
        </p:txBody>
      </p:sp>
      <p:sp>
        <p:nvSpPr>
          <p:cNvPr id="4" name="Slide Number Placeholder 3">
            <a:extLst>
              <a:ext uri="{FF2B5EF4-FFF2-40B4-BE49-F238E27FC236}">
                <a16:creationId xmlns:a16="http://schemas.microsoft.com/office/drawing/2014/main" id="{E44FB6B0-0390-5BF8-10D8-A0E570C1B8D1}"/>
              </a:ext>
            </a:extLst>
          </p:cNvPr>
          <p:cNvSpPr>
            <a:spLocks noGrp="1"/>
          </p:cNvSpPr>
          <p:nvPr>
            <p:ph type="sldNum" sz="quarter" idx="10"/>
          </p:nvPr>
        </p:nvSpPr>
        <p:spPr/>
        <p:txBody>
          <a:bodyPr/>
          <a:lstStyle/>
          <a:p>
            <a:fld id="{AE311D09-C3D9-45E8-99CE-78E12234EEAD}" type="slidenum">
              <a:rPr lang="en-US" smtClean="0"/>
              <a:pPr/>
              <a:t>24</a:t>
            </a:fld>
            <a:endParaRPr lang="en-US" dirty="0"/>
          </a:p>
        </p:txBody>
      </p:sp>
    </p:spTree>
    <p:extLst>
      <p:ext uri="{BB962C8B-B14F-4D97-AF65-F5344CB8AC3E}">
        <p14:creationId xmlns:p14="http://schemas.microsoft.com/office/powerpoint/2010/main" val="22972046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5EBBB34-E368-2435-0A1B-107F33B39C43}"/>
              </a:ext>
            </a:extLst>
          </p:cNvPr>
          <p:cNvSpPr>
            <a:spLocks noGrp="1"/>
          </p:cNvSpPr>
          <p:nvPr>
            <p:ph sz="half" idx="2"/>
          </p:nvPr>
        </p:nvSpPr>
        <p:spPr/>
        <p:txBody>
          <a:bodyPr/>
          <a:lstStyle/>
          <a:p>
            <a:r>
              <a:rPr lang="en-US" dirty="0">
                <a:solidFill>
                  <a:schemeClr val="accent1"/>
                </a:solidFill>
              </a:rPr>
              <a:t>Use cases </a:t>
            </a:r>
            <a:r>
              <a:rPr lang="en-US" dirty="0"/>
              <a:t>describe how actors can use a system to accomplish their goals; they are frequently used to capture the functional requirements for a system.</a:t>
            </a:r>
          </a:p>
          <a:p>
            <a:pPr lvl="1"/>
            <a:r>
              <a:rPr lang="en-US" dirty="0"/>
              <a:t>The description should include the use case name and brief description, primary and secondary actors, the flow of events, alternative flows, and non-success cases.</a:t>
            </a:r>
          </a:p>
          <a:p>
            <a:r>
              <a:rPr lang="en-US" dirty="0"/>
              <a:t>A UML </a:t>
            </a:r>
            <a:r>
              <a:rPr lang="en-US" dirty="0">
                <a:solidFill>
                  <a:schemeClr val="accent1"/>
                </a:solidFill>
              </a:rPr>
              <a:t>sequence diagram </a:t>
            </a:r>
            <a:r>
              <a:rPr lang="en-US" dirty="0"/>
              <a:t>shows a sequence of interactions among instances of elements pulled from the structural documentation.</a:t>
            </a:r>
          </a:p>
          <a:p>
            <a:r>
              <a:rPr lang="en-US" dirty="0"/>
              <a:t>A UML </a:t>
            </a:r>
            <a:r>
              <a:rPr lang="en-US" dirty="0">
                <a:solidFill>
                  <a:schemeClr val="accent1"/>
                </a:solidFill>
              </a:rPr>
              <a:t>communication diagram </a:t>
            </a:r>
            <a:r>
              <a:rPr lang="en-US" dirty="0"/>
              <a:t>shows a graph of interacting elements and annotates each interaction with a number denoting its order.</a:t>
            </a:r>
          </a:p>
          <a:p>
            <a:pPr lvl="1"/>
            <a:r>
              <a:rPr lang="en-US" dirty="0"/>
              <a:t>Communication diagrams are useful when the task is to verify that an architecture can fulfill the functional requirements.</a:t>
            </a:r>
          </a:p>
          <a:p>
            <a:r>
              <a:rPr lang="en-US" dirty="0"/>
              <a:t>UML </a:t>
            </a:r>
            <a:r>
              <a:rPr lang="en-US" dirty="0">
                <a:solidFill>
                  <a:schemeClr val="accent1"/>
                </a:solidFill>
              </a:rPr>
              <a:t>activity diagrams </a:t>
            </a:r>
            <a:r>
              <a:rPr lang="en-US" dirty="0"/>
              <a:t>show a business process as a sequence of steps (called actions) and include notation to express conditional branching and concurrency.</a:t>
            </a:r>
          </a:p>
        </p:txBody>
      </p:sp>
      <p:sp>
        <p:nvSpPr>
          <p:cNvPr id="3" name="Title 2">
            <a:extLst>
              <a:ext uri="{FF2B5EF4-FFF2-40B4-BE49-F238E27FC236}">
                <a16:creationId xmlns:a16="http://schemas.microsoft.com/office/drawing/2014/main" id="{C8E486FF-CCE6-5EED-5FEE-1010F4FCDDE5}"/>
              </a:ext>
            </a:extLst>
          </p:cNvPr>
          <p:cNvSpPr>
            <a:spLocks noGrp="1"/>
          </p:cNvSpPr>
          <p:nvPr>
            <p:ph type="title"/>
          </p:nvPr>
        </p:nvSpPr>
        <p:spPr/>
        <p:txBody>
          <a:bodyPr/>
          <a:lstStyle/>
          <a:p>
            <a:r>
              <a:rPr lang="en-US" dirty="0"/>
              <a:t>Trace-Oriented Notation</a:t>
            </a:r>
          </a:p>
        </p:txBody>
      </p:sp>
      <p:sp>
        <p:nvSpPr>
          <p:cNvPr id="4" name="Slide Number Placeholder 3">
            <a:extLst>
              <a:ext uri="{FF2B5EF4-FFF2-40B4-BE49-F238E27FC236}">
                <a16:creationId xmlns:a16="http://schemas.microsoft.com/office/drawing/2014/main" id="{8E39DF99-D32B-A598-6159-028964EDCFBA}"/>
              </a:ext>
            </a:extLst>
          </p:cNvPr>
          <p:cNvSpPr>
            <a:spLocks noGrp="1"/>
          </p:cNvSpPr>
          <p:nvPr>
            <p:ph type="sldNum" sz="quarter" idx="10"/>
          </p:nvPr>
        </p:nvSpPr>
        <p:spPr/>
        <p:txBody>
          <a:bodyPr/>
          <a:lstStyle/>
          <a:p>
            <a:fld id="{AE311D09-C3D9-45E8-99CE-78E12234EEAD}" type="slidenum">
              <a:rPr lang="en-US" smtClean="0"/>
              <a:pPr/>
              <a:t>25</a:t>
            </a:fld>
            <a:endParaRPr lang="en-US" dirty="0"/>
          </a:p>
        </p:txBody>
      </p:sp>
    </p:spTree>
    <p:extLst>
      <p:ext uri="{BB962C8B-B14F-4D97-AF65-F5344CB8AC3E}">
        <p14:creationId xmlns:p14="http://schemas.microsoft.com/office/powerpoint/2010/main" val="32477507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EF8993C6-1D12-4E89-F0EC-1548006FAD39}"/>
              </a:ext>
            </a:extLst>
          </p:cNvPr>
          <p:cNvPicPr>
            <a:picLocks noGrp="1" noChangeAspect="1"/>
          </p:cNvPicPr>
          <p:nvPr>
            <p:ph type="pic" sz="quarter" idx="11"/>
          </p:nvPr>
        </p:nvPicPr>
        <p:blipFill rotWithShape="1">
          <a:blip r:embed="rId2">
            <a:extLst>
              <a:ext uri="{28A0092B-C50C-407E-A947-70E740481C1C}">
                <a14:useLocalDpi xmlns:a14="http://schemas.microsoft.com/office/drawing/2010/main" val="0"/>
              </a:ext>
            </a:extLst>
          </a:blip>
          <a:srcRect l="-30682" r="-30682"/>
          <a:stretch>
            <a:fillRect/>
          </a:stretch>
        </p:blipFill>
        <p:spPr/>
      </p:pic>
      <p:sp>
        <p:nvSpPr>
          <p:cNvPr id="3" name="Text Placeholder 2">
            <a:extLst>
              <a:ext uri="{FF2B5EF4-FFF2-40B4-BE49-F238E27FC236}">
                <a16:creationId xmlns:a16="http://schemas.microsoft.com/office/drawing/2014/main" id="{013E55F1-2AFB-4217-157D-410477018610}"/>
              </a:ext>
            </a:extLst>
          </p:cNvPr>
          <p:cNvSpPr>
            <a:spLocks noGrp="1"/>
          </p:cNvSpPr>
          <p:nvPr>
            <p:ph type="body" sz="quarter" idx="12"/>
          </p:nvPr>
        </p:nvSpPr>
        <p:spPr/>
        <p:txBody>
          <a:bodyPr/>
          <a:lstStyle/>
          <a:p>
            <a:r>
              <a:rPr lang="en-US" dirty="0"/>
              <a:t>A simple example of a UML sequence diagram</a:t>
            </a:r>
          </a:p>
        </p:txBody>
      </p:sp>
      <p:sp>
        <p:nvSpPr>
          <p:cNvPr id="4" name="Slide Number Placeholder 3">
            <a:extLst>
              <a:ext uri="{FF2B5EF4-FFF2-40B4-BE49-F238E27FC236}">
                <a16:creationId xmlns:a16="http://schemas.microsoft.com/office/drawing/2014/main" id="{728AA024-855A-A512-28F0-71EF74C1BC63}"/>
              </a:ext>
            </a:extLst>
          </p:cNvPr>
          <p:cNvSpPr>
            <a:spLocks noGrp="1"/>
          </p:cNvSpPr>
          <p:nvPr>
            <p:ph type="sldNum" sz="quarter" idx="13"/>
          </p:nvPr>
        </p:nvSpPr>
        <p:spPr/>
        <p:txBody>
          <a:bodyPr/>
          <a:lstStyle/>
          <a:p>
            <a:fld id="{AE311D09-C3D9-45E8-99CE-78E12234EEAD}" type="slidenum">
              <a:rPr lang="en-US" smtClean="0"/>
              <a:pPr/>
              <a:t>26</a:t>
            </a:fld>
            <a:endParaRPr lang="en-US" dirty="0"/>
          </a:p>
        </p:txBody>
      </p:sp>
    </p:spTree>
    <p:extLst>
      <p:ext uri="{BB962C8B-B14F-4D97-AF65-F5344CB8AC3E}">
        <p14:creationId xmlns:p14="http://schemas.microsoft.com/office/powerpoint/2010/main" val="16284965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F6B266E7-8E16-DE7B-4297-167AD8C8547B}"/>
              </a:ext>
            </a:extLst>
          </p:cNvPr>
          <p:cNvPicPr>
            <a:picLocks noGrp="1" noChangeAspect="1"/>
          </p:cNvPicPr>
          <p:nvPr>
            <p:ph type="pic" sz="quarter" idx="11"/>
          </p:nvPr>
        </p:nvPicPr>
        <p:blipFill rotWithShape="1">
          <a:blip r:embed="rId2">
            <a:extLst>
              <a:ext uri="{28A0092B-C50C-407E-A947-70E740481C1C}">
                <a14:useLocalDpi xmlns:a14="http://schemas.microsoft.com/office/drawing/2010/main" val="0"/>
              </a:ext>
            </a:extLst>
          </a:blip>
          <a:srcRect l="-57982" r="-57982"/>
          <a:stretch>
            <a:fillRect/>
          </a:stretch>
        </p:blipFill>
        <p:spPr/>
      </p:pic>
      <p:sp>
        <p:nvSpPr>
          <p:cNvPr id="3" name="Text Placeholder 2">
            <a:extLst>
              <a:ext uri="{FF2B5EF4-FFF2-40B4-BE49-F238E27FC236}">
                <a16:creationId xmlns:a16="http://schemas.microsoft.com/office/drawing/2014/main" id="{4AB27719-532C-536D-83EE-A5F5516DCA2C}"/>
              </a:ext>
            </a:extLst>
          </p:cNvPr>
          <p:cNvSpPr>
            <a:spLocks noGrp="1"/>
          </p:cNvSpPr>
          <p:nvPr>
            <p:ph type="body" sz="quarter" idx="12"/>
          </p:nvPr>
        </p:nvSpPr>
        <p:spPr/>
        <p:txBody>
          <a:bodyPr/>
          <a:lstStyle/>
          <a:p>
            <a:r>
              <a:rPr lang="en-US" dirty="0"/>
              <a:t>An example of activity diagram</a:t>
            </a:r>
          </a:p>
        </p:txBody>
      </p:sp>
      <p:sp>
        <p:nvSpPr>
          <p:cNvPr id="4" name="Slide Number Placeholder 3">
            <a:extLst>
              <a:ext uri="{FF2B5EF4-FFF2-40B4-BE49-F238E27FC236}">
                <a16:creationId xmlns:a16="http://schemas.microsoft.com/office/drawing/2014/main" id="{6F53E509-FE0C-9B2E-B7EE-96AA7B9C9A61}"/>
              </a:ext>
            </a:extLst>
          </p:cNvPr>
          <p:cNvSpPr>
            <a:spLocks noGrp="1"/>
          </p:cNvSpPr>
          <p:nvPr>
            <p:ph type="sldNum" sz="quarter" idx="13"/>
          </p:nvPr>
        </p:nvSpPr>
        <p:spPr/>
        <p:txBody>
          <a:bodyPr/>
          <a:lstStyle/>
          <a:p>
            <a:fld id="{AE311D09-C3D9-45E8-99CE-78E12234EEAD}" type="slidenum">
              <a:rPr lang="en-US" smtClean="0"/>
              <a:pPr/>
              <a:t>27</a:t>
            </a:fld>
            <a:endParaRPr lang="en-US" dirty="0"/>
          </a:p>
        </p:txBody>
      </p:sp>
    </p:spTree>
    <p:extLst>
      <p:ext uri="{BB962C8B-B14F-4D97-AF65-F5344CB8AC3E}">
        <p14:creationId xmlns:p14="http://schemas.microsoft.com/office/powerpoint/2010/main" val="4130998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93BCA14-C75A-5A9D-8932-CA3B7E2DFC18}"/>
              </a:ext>
            </a:extLst>
          </p:cNvPr>
          <p:cNvSpPr>
            <a:spLocks noGrp="1"/>
          </p:cNvSpPr>
          <p:nvPr>
            <p:ph sz="half" idx="2"/>
          </p:nvPr>
        </p:nvSpPr>
        <p:spPr/>
        <p:txBody>
          <a:bodyPr/>
          <a:lstStyle/>
          <a:p>
            <a:r>
              <a:rPr lang="en-US" dirty="0"/>
              <a:t>Comprehensive notations show the complete behavior of structural elements.</a:t>
            </a:r>
          </a:p>
          <a:p>
            <a:r>
              <a:rPr lang="en-US" dirty="0"/>
              <a:t>Given this type of documentation, it is possible to infer all possible paths from the initial state to the final state.</a:t>
            </a:r>
          </a:p>
          <a:p>
            <a:r>
              <a:rPr lang="en-US" dirty="0"/>
              <a:t>State machines are a common formalism for comprehensive behavior modeling.</a:t>
            </a:r>
          </a:p>
        </p:txBody>
      </p:sp>
      <p:sp>
        <p:nvSpPr>
          <p:cNvPr id="3" name="Title 2">
            <a:extLst>
              <a:ext uri="{FF2B5EF4-FFF2-40B4-BE49-F238E27FC236}">
                <a16:creationId xmlns:a16="http://schemas.microsoft.com/office/drawing/2014/main" id="{6C7CC67F-DC18-A64D-3A04-125814B75255}"/>
              </a:ext>
            </a:extLst>
          </p:cNvPr>
          <p:cNvSpPr>
            <a:spLocks noGrp="1"/>
          </p:cNvSpPr>
          <p:nvPr>
            <p:ph type="title"/>
          </p:nvPr>
        </p:nvSpPr>
        <p:spPr/>
        <p:txBody>
          <a:bodyPr/>
          <a:lstStyle/>
          <a:p>
            <a:r>
              <a:rPr lang="en-US" dirty="0"/>
              <a:t>Comprehensive Behavior Notation</a:t>
            </a:r>
          </a:p>
        </p:txBody>
      </p:sp>
      <p:sp>
        <p:nvSpPr>
          <p:cNvPr id="4" name="Slide Number Placeholder 3">
            <a:extLst>
              <a:ext uri="{FF2B5EF4-FFF2-40B4-BE49-F238E27FC236}">
                <a16:creationId xmlns:a16="http://schemas.microsoft.com/office/drawing/2014/main" id="{A9C2E4D3-F685-88DB-9E18-D09B0F1D6CDA}"/>
              </a:ext>
            </a:extLst>
          </p:cNvPr>
          <p:cNvSpPr>
            <a:spLocks noGrp="1"/>
          </p:cNvSpPr>
          <p:nvPr>
            <p:ph type="sldNum" sz="quarter" idx="10"/>
          </p:nvPr>
        </p:nvSpPr>
        <p:spPr/>
        <p:txBody>
          <a:bodyPr/>
          <a:lstStyle/>
          <a:p>
            <a:fld id="{AE311D09-C3D9-45E8-99CE-78E12234EEAD}" type="slidenum">
              <a:rPr lang="en-US" smtClean="0"/>
              <a:pPr/>
              <a:t>28</a:t>
            </a:fld>
            <a:endParaRPr lang="en-US" dirty="0"/>
          </a:p>
        </p:txBody>
      </p:sp>
    </p:spTree>
    <p:extLst>
      <p:ext uri="{BB962C8B-B14F-4D97-AF65-F5344CB8AC3E}">
        <p14:creationId xmlns:p14="http://schemas.microsoft.com/office/powerpoint/2010/main" val="15778468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57482D82-798F-A75C-D388-17961E99302F}"/>
              </a:ext>
            </a:extLst>
          </p:cNvPr>
          <p:cNvPicPr>
            <a:picLocks noGrp="1" noChangeAspect="1"/>
          </p:cNvPicPr>
          <p:nvPr>
            <p:ph type="pic" sz="quarter" idx="11"/>
          </p:nvPr>
        </p:nvPicPr>
        <p:blipFill rotWithShape="1">
          <a:blip r:embed="rId2">
            <a:extLst>
              <a:ext uri="{28A0092B-C50C-407E-A947-70E740481C1C}">
                <a14:useLocalDpi xmlns:a14="http://schemas.microsoft.com/office/drawing/2010/main" val="0"/>
              </a:ext>
            </a:extLst>
          </a:blip>
          <a:srcRect l="-40761" r="-40761"/>
          <a:stretch>
            <a:fillRect/>
          </a:stretch>
        </p:blipFill>
        <p:spPr/>
      </p:pic>
      <p:sp>
        <p:nvSpPr>
          <p:cNvPr id="3" name="Content Placeholder 2">
            <a:extLst>
              <a:ext uri="{FF2B5EF4-FFF2-40B4-BE49-F238E27FC236}">
                <a16:creationId xmlns:a16="http://schemas.microsoft.com/office/drawing/2014/main" id="{0C321E0A-BDE5-AD82-5C2F-FC87BAD410D2}"/>
              </a:ext>
            </a:extLst>
          </p:cNvPr>
          <p:cNvSpPr>
            <a:spLocks noGrp="1"/>
          </p:cNvSpPr>
          <p:nvPr>
            <p:ph sz="half" idx="2"/>
          </p:nvPr>
        </p:nvSpPr>
        <p:spPr/>
        <p:txBody>
          <a:bodyPr/>
          <a:lstStyle/>
          <a:p>
            <a:r>
              <a:rPr lang="en-US" dirty="0"/>
              <a:t>State machine languages complement structural descriptions with constraints on interactions and timed reactions.</a:t>
            </a:r>
          </a:p>
          <a:p>
            <a:r>
              <a:rPr lang="en-US" dirty="0"/>
              <a:t>UML state machine diagrams represent states using boxes and transitions using arrows.</a:t>
            </a:r>
          </a:p>
        </p:txBody>
      </p:sp>
      <p:sp>
        <p:nvSpPr>
          <p:cNvPr id="4" name="Content Placeholder 3">
            <a:extLst>
              <a:ext uri="{FF2B5EF4-FFF2-40B4-BE49-F238E27FC236}">
                <a16:creationId xmlns:a16="http://schemas.microsoft.com/office/drawing/2014/main" id="{ACAF6353-5754-9D1B-F0DC-C7801C6EE9E0}"/>
              </a:ext>
            </a:extLst>
          </p:cNvPr>
          <p:cNvSpPr>
            <a:spLocks noGrp="1"/>
          </p:cNvSpPr>
          <p:nvPr>
            <p:ph sz="half" idx="12"/>
          </p:nvPr>
        </p:nvSpPr>
        <p:spPr/>
        <p:txBody>
          <a:bodyPr/>
          <a:lstStyle/>
          <a:p>
            <a:r>
              <a:rPr lang="en-US" dirty="0"/>
              <a:t>Each transition is labeled with the event causing it and may include guard conditions and actions.</a:t>
            </a:r>
          </a:p>
          <a:p>
            <a:r>
              <a:rPr lang="en-US" dirty="0"/>
              <a:t>This figure is an example of a state machine diagram showing the states of a car stereo.</a:t>
            </a:r>
          </a:p>
        </p:txBody>
      </p:sp>
      <p:sp>
        <p:nvSpPr>
          <p:cNvPr id="5" name="Title 4">
            <a:extLst>
              <a:ext uri="{FF2B5EF4-FFF2-40B4-BE49-F238E27FC236}">
                <a16:creationId xmlns:a16="http://schemas.microsoft.com/office/drawing/2014/main" id="{2BD27EA0-6A22-5C30-B700-CA0878B14163}"/>
              </a:ext>
            </a:extLst>
          </p:cNvPr>
          <p:cNvSpPr>
            <a:spLocks noGrp="1"/>
          </p:cNvSpPr>
          <p:nvPr>
            <p:ph type="title"/>
          </p:nvPr>
        </p:nvSpPr>
        <p:spPr/>
        <p:txBody>
          <a:bodyPr/>
          <a:lstStyle/>
          <a:p>
            <a:r>
              <a:rPr lang="en-US" dirty="0"/>
              <a:t>State Machines</a:t>
            </a:r>
          </a:p>
        </p:txBody>
      </p:sp>
      <p:sp>
        <p:nvSpPr>
          <p:cNvPr id="6" name="Slide Number Placeholder 5">
            <a:extLst>
              <a:ext uri="{FF2B5EF4-FFF2-40B4-BE49-F238E27FC236}">
                <a16:creationId xmlns:a16="http://schemas.microsoft.com/office/drawing/2014/main" id="{E7147F6D-82D8-2726-708A-49F75087886B}"/>
              </a:ext>
            </a:extLst>
          </p:cNvPr>
          <p:cNvSpPr>
            <a:spLocks noGrp="1"/>
          </p:cNvSpPr>
          <p:nvPr>
            <p:ph type="sldNum" sz="quarter" idx="13"/>
          </p:nvPr>
        </p:nvSpPr>
        <p:spPr/>
        <p:txBody>
          <a:bodyPr/>
          <a:lstStyle/>
          <a:p>
            <a:fld id="{AE311D09-C3D9-45E8-99CE-78E12234EEAD}" type="slidenum">
              <a:rPr lang="en-US" smtClean="0"/>
              <a:pPr/>
              <a:t>29</a:t>
            </a:fld>
            <a:endParaRPr lang="en-US" dirty="0"/>
          </a:p>
        </p:txBody>
      </p:sp>
    </p:spTree>
    <p:extLst>
      <p:ext uri="{BB962C8B-B14F-4D97-AF65-F5344CB8AC3E}">
        <p14:creationId xmlns:p14="http://schemas.microsoft.com/office/powerpoint/2010/main" val="40784516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A3B008E-70BD-F279-DAA1-A2283D01B898}"/>
              </a:ext>
            </a:extLst>
          </p:cNvPr>
          <p:cNvSpPr>
            <a:spLocks noGrp="1"/>
          </p:cNvSpPr>
          <p:nvPr>
            <p:ph sz="half" idx="2"/>
          </p:nvPr>
        </p:nvSpPr>
        <p:spPr/>
        <p:txBody>
          <a:bodyPr/>
          <a:lstStyle/>
          <a:p>
            <a:endParaRPr lang="en-US"/>
          </a:p>
        </p:txBody>
      </p:sp>
      <p:sp>
        <p:nvSpPr>
          <p:cNvPr id="3" name="Title 2">
            <a:extLst>
              <a:ext uri="{FF2B5EF4-FFF2-40B4-BE49-F238E27FC236}">
                <a16:creationId xmlns:a16="http://schemas.microsoft.com/office/drawing/2014/main" id="{58147E83-3429-3165-235D-6C1D12399F2B}"/>
              </a:ext>
            </a:extLst>
          </p:cNvPr>
          <p:cNvSpPr>
            <a:spLocks noGrp="1"/>
          </p:cNvSpPr>
          <p:nvPr>
            <p:ph type="title"/>
          </p:nvPr>
        </p:nvSpPr>
        <p:spPr/>
        <p:txBody>
          <a:bodyPr/>
          <a:lstStyle/>
          <a:p>
            <a:r>
              <a:rPr lang="en-US" dirty="0"/>
              <a:t>Summary</a:t>
            </a:r>
          </a:p>
        </p:txBody>
      </p:sp>
      <p:sp>
        <p:nvSpPr>
          <p:cNvPr id="4" name="Slide Number Placeholder 3">
            <a:extLst>
              <a:ext uri="{FF2B5EF4-FFF2-40B4-BE49-F238E27FC236}">
                <a16:creationId xmlns:a16="http://schemas.microsoft.com/office/drawing/2014/main" id="{4B5F9C30-F8B3-DD37-2796-A55A0FF5C0C6}"/>
              </a:ext>
            </a:extLst>
          </p:cNvPr>
          <p:cNvSpPr>
            <a:spLocks noGrp="1"/>
          </p:cNvSpPr>
          <p:nvPr>
            <p:ph type="sldNum" sz="quarter" idx="10"/>
          </p:nvPr>
        </p:nvSpPr>
        <p:spPr/>
        <p:txBody>
          <a:bodyPr/>
          <a:lstStyle/>
          <a:p>
            <a:fld id="{AE311D09-C3D9-45E8-99CE-78E12234EEAD}" type="slidenum">
              <a:rPr lang="en-US" smtClean="0"/>
              <a:pPr/>
              <a:t>30</a:t>
            </a:fld>
            <a:endParaRPr lang="en-US" dirty="0"/>
          </a:p>
        </p:txBody>
      </p:sp>
    </p:spTree>
    <p:extLst>
      <p:ext uri="{BB962C8B-B14F-4D97-AF65-F5344CB8AC3E}">
        <p14:creationId xmlns:p14="http://schemas.microsoft.com/office/powerpoint/2010/main" val="9547255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marL="285750" indent="-285750" algn="l">
          <a:buFont typeface="Arial" panose="020B0604020202020204" pitchFamily="34" charset="0"/>
          <a:buChar char="•"/>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Slice</Template>
  <TotalTime>3167</TotalTime>
  <Words>2098</Words>
  <Application>Microsoft Office PowerPoint</Application>
  <PresentationFormat>Widescreen</PresentationFormat>
  <Paragraphs>169</Paragraphs>
  <Slides>30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Times New Roman</vt:lpstr>
      <vt:lpstr>Wingdings</vt:lpstr>
      <vt:lpstr>Office Theme</vt:lpstr>
      <vt:lpstr>PowerPoint Presentation</vt:lpstr>
      <vt:lpstr>PowerPoint Presentation</vt:lpstr>
      <vt:lpstr>PowerPoint Presentation</vt:lpstr>
      <vt:lpstr>Chapter Outline</vt:lpstr>
      <vt:lpstr>Introduction</vt:lpstr>
      <vt:lpstr>Audiences for Architecture Documentation</vt:lpstr>
      <vt:lpstr>Audiences for Architecture Documentation</vt:lpstr>
      <vt:lpstr>Notations</vt:lpstr>
      <vt:lpstr>Notations</vt:lpstr>
      <vt:lpstr>Views</vt:lpstr>
      <vt:lpstr>Views</vt:lpstr>
      <vt:lpstr>Module Views</vt:lpstr>
      <vt:lpstr>Module Views</vt:lpstr>
      <vt:lpstr>PowerPoint Presentation</vt:lpstr>
      <vt:lpstr>C&amp;C Views</vt:lpstr>
      <vt:lpstr>C&amp;C Views</vt:lpstr>
      <vt:lpstr>Allocation Views</vt:lpstr>
      <vt:lpstr>Allocation Views</vt:lpstr>
      <vt:lpstr>Quality Views</vt:lpstr>
      <vt:lpstr>Quality Views: Examples</vt:lpstr>
      <vt:lpstr>Combining Views</vt:lpstr>
      <vt:lpstr>Combining Views</vt:lpstr>
      <vt:lpstr>Documenting Behavior</vt:lpstr>
      <vt:lpstr>Trace-Oriented Notation</vt:lpstr>
      <vt:lpstr>Trace-Oriented Notation</vt:lpstr>
      <vt:lpstr>PowerPoint Presentation</vt:lpstr>
      <vt:lpstr>PowerPoint Presentation</vt:lpstr>
      <vt:lpstr>Comprehensive Behavior Notation</vt:lpstr>
      <vt:lpstr>State Machines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mohamad khorsandi</dc:creator>
  <cp:lastModifiedBy>mohamad khorsandi</cp:lastModifiedBy>
  <cp:revision>55</cp:revision>
  <dcterms:created xsi:type="dcterms:W3CDTF">2025-05-02T12:16:21Z</dcterms:created>
  <dcterms:modified xsi:type="dcterms:W3CDTF">2025-07-20T08:36:49Z</dcterms:modified>
</cp:coreProperties>
</file>